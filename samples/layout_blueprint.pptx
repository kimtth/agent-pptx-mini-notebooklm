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0564063" y="146304"/>
            <a:ext cx="1115568" cy="256032"/>
          </a:xfrm>
          <a:prstGeom prst="roundRect">
            <a:avLst/>
          </a:prstGeom>
          <a:solidFill>
            <a:srgbClr val="E8E1CD"/>
          </a:solidFill>
          <a:ln w="19050">
            <a:solidFill>
              <a:srgbClr val="6E7F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20302C"/>
                </a:solidFill>
                <a:latin typeface="Aptos"/>
              </a:rPr>
              <a:t>solver · title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76656" y="1668780"/>
            <a:ext cx="8238744" cy="592836"/>
          </a:xfrm>
          <a:prstGeom prst="roundRect">
            <a:avLst/>
          </a:prstGeom>
          <a:solidFill>
            <a:srgbClr val="DDD2B0"/>
          </a:solidFill>
          <a:ln w="19050">
            <a:solidFill>
              <a:srgbClr val="6E7F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>
                <a:solidFill>
                  <a:srgbClr val="20302C"/>
                </a:solidFill>
                <a:latin typeface="Aptos"/>
              </a:rPr>
              <a:t>title</a:t>
            </a:r>
          </a:p>
        </p:txBody>
      </p:sp>
      <p:sp>
        <p:nvSpPr>
          <p:cNvPr id="4" name="Rectangle 3"/>
          <p:cNvSpPr/>
          <p:nvPr/>
        </p:nvSpPr>
        <p:spPr>
          <a:xfrm>
            <a:off x="676656" y="2334768"/>
            <a:ext cx="8238744" cy="420624"/>
          </a:xfrm>
          <a:prstGeom prst="rect">
            <a:avLst/>
          </a:prstGeom>
          <a:solidFill>
            <a:srgbClr val="E8E1CD"/>
          </a:solidFill>
          <a:ln w="19050">
            <a:solidFill>
              <a:srgbClr val="6E7F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0">
                <a:solidFill>
                  <a:srgbClr val="20302C"/>
                </a:solidFill>
                <a:latin typeface="Aptos"/>
              </a:rPr>
              <a:t>key_message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987552"/>
            <a:ext cx="1371600" cy="54864"/>
          </a:xfrm>
          <a:prstGeom prst="rect">
            <a:avLst/>
          </a:prstGeom>
          <a:solidFill>
            <a:srgbClr val="B86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822960"/>
            <a:ext cx="1115568" cy="256032"/>
          </a:xfrm>
          <a:prstGeom prst="roundRect">
            <a:avLst/>
          </a:prstGeom>
          <a:solidFill>
            <a:srgbClr val="E8E1CD"/>
          </a:solidFill>
          <a:ln w="19050">
            <a:solidFill>
              <a:srgbClr val="6E7F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20302C"/>
                </a:solidFill>
                <a:latin typeface="Aptos"/>
              </a:rPr>
              <a:t>accent</a:t>
            </a:r>
          </a:p>
        </p:txBody>
      </p:sp>
      <p:sp>
        <p:nvSpPr>
          <p:cNvPr id="7" name="Oval 6"/>
          <p:cNvSpPr/>
          <p:nvPr/>
        </p:nvSpPr>
        <p:spPr>
          <a:xfrm>
            <a:off x="9582912" y="411480"/>
            <a:ext cx="2148840" cy="2148840"/>
          </a:xfrm>
          <a:prstGeom prst="ellipse">
            <a:avLst/>
          </a:prstGeom>
          <a:solidFill>
            <a:srgbClr val="C7DCCF"/>
          </a:solidFill>
          <a:ln w="19050">
            <a:solidFill>
              <a:srgbClr val="6E7F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20302C"/>
                </a:solidFill>
                <a:latin typeface="Aptos"/>
              </a:rPr>
              <a:t>icon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394192" y="2828544"/>
            <a:ext cx="3337560" cy="3337560"/>
          </a:xfrm>
          <a:prstGeom prst="roundRect">
            <a:avLst/>
          </a:prstGeom>
          <a:solidFill>
            <a:srgbClr val="C7DCCF"/>
          </a:solidFill>
          <a:ln w="19050">
            <a:solidFill>
              <a:srgbClr val="6E7F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>
                <a:solidFill>
                  <a:srgbClr val="20302C"/>
                </a:solidFill>
                <a:latin typeface="Aptos"/>
              </a:rPr>
              <a:t>hero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279392"/>
            <a:ext cx="8668512" cy="420624"/>
          </a:xfrm>
          <a:prstGeom prst="roundRect">
            <a:avLst/>
          </a:prstGeom>
          <a:solidFill>
            <a:srgbClr val="E8E1CD"/>
          </a:solidFill>
          <a:ln w="19050">
            <a:solidFill>
              <a:srgbClr val="6E7F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0">
                <a:solidFill>
                  <a:srgbClr val="20302C"/>
                </a:solidFill>
                <a:latin typeface="Aptos"/>
              </a:rPr>
              <a:t>chips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5650992"/>
            <a:ext cx="11277295" cy="640080"/>
          </a:xfrm>
          <a:prstGeom prst="rect">
            <a:avLst/>
          </a:prstGeom>
          <a:solidFill>
            <a:srgbClr val="F0E8D8"/>
          </a:solidFill>
          <a:ln w="19050">
            <a:solidFill>
              <a:srgbClr val="6E7F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20302C"/>
                </a:solidFill>
                <a:latin typeface="Aptos"/>
              </a:rPr>
              <a:t>notes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828544"/>
            <a:ext cx="8668512" cy="1341119"/>
          </a:xfrm>
          <a:prstGeom prst="rect">
            <a:avLst/>
          </a:prstGeom>
          <a:solidFill>
            <a:srgbClr val="F2EAD6"/>
          </a:solidFill>
          <a:ln w="19050">
            <a:solidFill>
              <a:srgbClr val="6E7F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0">
                <a:solidFill>
                  <a:srgbClr val="20302C"/>
                </a:solidFill>
                <a:latin typeface="Aptos"/>
              </a:rPr>
              <a:t>content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4809744"/>
            <a:ext cx="8668512" cy="640080"/>
          </a:xfrm>
          <a:prstGeom prst="rect">
            <a:avLst/>
          </a:prstGeom>
          <a:solidFill>
            <a:srgbClr val="E8E1CD"/>
          </a:solidFill>
          <a:ln w="19050">
            <a:solidFill>
              <a:srgbClr val="6E7F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0">
                <a:solidFill>
                  <a:srgbClr val="20302C"/>
                </a:solidFill>
                <a:latin typeface="Aptos"/>
              </a:rPr>
              <a:t>footer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0564063" y="146304"/>
            <a:ext cx="1115568" cy="256032"/>
          </a:xfrm>
          <a:prstGeom prst="roundRect">
            <a:avLst/>
          </a:prstGeom>
          <a:solidFill>
            <a:srgbClr val="DDE8E1"/>
          </a:solidFill>
          <a:ln w="19050">
            <a:solidFill>
              <a:srgbClr val="6E7F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20302C"/>
                </a:solidFill>
                <a:latin typeface="Aptos"/>
              </a:rPr>
              <a:t>blueprint · title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30936" y="1207008"/>
            <a:ext cx="6821424" cy="548640"/>
          </a:xfrm>
          <a:prstGeom prst="roundRect">
            <a:avLst/>
          </a:prstGeom>
          <a:solidFill>
            <a:srgbClr val="CFE0D2"/>
          </a:solidFill>
          <a:ln w="19050">
            <a:solidFill>
              <a:srgbClr val="6E7F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>
                <a:solidFill>
                  <a:srgbClr val="20302C"/>
                </a:solidFill>
                <a:latin typeface="Aptos"/>
              </a:rPr>
              <a:t>title</a:t>
            </a:r>
          </a:p>
        </p:txBody>
      </p:sp>
      <p:sp>
        <p:nvSpPr>
          <p:cNvPr id="4" name="Rectangle 3"/>
          <p:cNvSpPr/>
          <p:nvPr/>
        </p:nvSpPr>
        <p:spPr>
          <a:xfrm>
            <a:off x="630936" y="1828800"/>
            <a:ext cx="6821424" cy="420624"/>
          </a:xfrm>
          <a:prstGeom prst="rect">
            <a:avLst/>
          </a:prstGeom>
          <a:solidFill>
            <a:srgbClr val="E0ECE4"/>
          </a:solidFill>
          <a:ln w="19050">
            <a:solidFill>
              <a:srgbClr val="6E7F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0">
                <a:solidFill>
                  <a:srgbClr val="20302C"/>
                </a:solidFill>
                <a:latin typeface="Aptos"/>
              </a:rPr>
              <a:t>key_message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987552"/>
            <a:ext cx="822960" cy="54864"/>
          </a:xfrm>
          <a:prstGeom prst="rect">
            <a:avLst/>
          </a:prstGeom>
          <a:solidFill>
            <a:srgbClr val="B86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822960"/>
            <a:ext cx="1115568" cy="256032"/>
          </a:xfrm>
          <a:prstGeom prst="roundRect">
            <a:avLst/>
          </a:prstGeom>
          <a:solidFill>
            <a:srgbClr val="E8E1CD"/>
          </a:solidFill>
          <a:ln w="19050">
            <a:solidFill>
              <a:srgbClr val="6E7F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20302C"/>
                </a:solidFill>
                <a:latin typeface="Aptos"/>
              </a:rPr>
              <a:t>accent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322576"/>
            <a:ext cx="7178040" cy="420624"/>
          </a:xfrm>
          <a:prstGeom prst="roundRect">
            <a:avLst/>
          </a:prstGeom>
          <a:solidFill>
            <a:srgbClr val="E0ECE4"/>
          </a:solidFill>
          <a:ln w="19050">
            <a:solidFill>
              <a:srgbClr val="6E7F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0">
                <a:solidFill>
                  <a:srgbClr val="20302C"/>
                </a:solidFill>
                <a:latin typeface="Aptos"/>
              </a:rPr>
              <a:t>chips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5650992"/>
            <a:ext cx="11274552" cy="640080"/>
          </a:xfrm>
          <a:prstGeom prst="rect">
            <a:avLst/>
          </a:prstGeom>
          <a:solidFill>
            <a:srgbClr val="E8F0EA"/>
          </a:solidFill>
          <a:ln w="19050">
            <a:solidFill>
              <a:srgbClr val="6E7F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20302C"/>
                </a:solidFill>
                <a:latin typeface="Aptos"/>
              </a:rPr>
              <a:t>notes</a:t>
            </a:r>
          </a:p>
        </p:txBody>
      </p:sp>
      <p:sp>
        <p:nvSpPr>
          <p:cNvPr id="9" name="Oval 8"/>
          <p:cNvSpPr/>
          <p:nvPr/>
        </p:nvSpPr>
        <p:spPr>
          <a:xfrm>
            <a:off x="9582912" y="411480"/>
            <a:ext cx="2148840" cy="2148840"/>
          </a:xfrm>
          <a:prstGeom prst="ellipse">
            <a:avLst/>
          </a:prstGeom>
          <a:solidFill>
            <a:srgbClr val="C7DCCF"/>
          </a:solidFill>
          <a:ln w="19050">
            <a:solidFill>
              <a:srgbClr val="6E7F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20302C"/>
                </a:solidFill>
                <a:latin typeface="Aptos"/>
              </a:rPr>
              <a:t>icon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0564063" y="146304"/>
            <a:ext cx="1115568" cy="256032"/>
          </a:xfrm>
          <a:prstGeom prst="roundRect">
            <a:avLst/>
          </a:prstGeom>
          <a:solidFill>
            <a:srgbClr val="E8E1CD"/>
          </a:solidFill>
          <a:ln w="19050">
            <a:solidFill>
              <a:srgbClr val="6E7F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20302C"/>
                </a:solidFill>
                <a:latin typeface="Aptos"/>
              </a:rPr>
              <a:t>solver · section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33271" y="3049524"/>
            <a:ext cx="8193024" cy="592836"/>
          </a:xfrm>
          <a:prstGeom prst="roundRect">
            <a:avLst/>
          </a:prstGeom>
          <a:solidFill>
            <a:srgbClr val="DDD2B0"/>
          </a:solidFill>
          <a:ln w="19050">
            <a:solidFill>
              <a:srgbClr val="6E7F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>
                <a:solidFill>
                  <a:srgbClr val="20302C"/>
                </a:solidFill>
                <a:latin typeface="Aptos"/>
              </a:rPr>
              <a:t>title</a:t>
            </a:r>
          </a:p>
        </p:txBody>
      </p:sp>
      <p:sp>
        <p:nvSpPr>
          <p:cNvPr id="4" name="Rectangle 3"/>
          <p:cNvSpPr/>
          <p:nvPr/>
        </p:nvSpPr>
        <p:spPr>
          <a:xfrm>
            <a:off x="1033271" y="3715512"/>
            <a:ext cx="8193024" cy="621792"/>
          </a:xfrm>
          <a:prstGeom prst="rect">
            <a:avLst/>
          </a:prstGeom>
          <a:solidFill>
            <a:srgbClr val="E8E1CD"/>
          </a:solidFill>
          <a:ln w="19050">
            <a:solidFill>
              <a:srgbClr val="6E7F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0">
                <a:solidFill>
                  <a:srgbClr val="20302C"/>
                </a:solidFill>
                <a:latin typeface="Aptos"/>
              </a:rPr>
              <a:t>key_message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36192"/>
            <a:ext cx="1371600" cy="45720"/>
          </a:xfrm>
          <a:prstGeom prst="rect">
            <a:avLst/>
          </a:prstGeom>
          <a:solidFill>
            <a:srgbClr val="B86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1371600"/>
            <a:ext cx="1115568" cy="256032"/>
          </a:xfrm>
          <a:prstGeom prst="roundRect">
            <a:avLst/>
          </a:prstGeom>
          <a:solidFill>
            <a:srgbClr val="E8E1CD"/>
          </a:solidFill>
          <a:ln w="19050">
            <a:solidFill>
              <a:srgbClr val="6E7F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20302C"/>
                </a:solidFill>
                <a:latin typeface="Aptos"/>
              </a:rPr>
              <a:t>accent</a:t>
            </a:r>
          </a:p>
        </p:txBody>
      </p:sp>
      <p:sp>
        <p:nvSpPr>
          <p:cNvPr id="7" name="Oval 6"/>
          <p:cNvSpPr/>
          <p:nvPr/>
        </p:nvSpPr>
        <p:spPr>
          <a:xfrm>
            <a:off x="10268712" y="411480"/>
            <a:ext cx="1463040" cy="1463040"/>
          </a:xfrm>
          <a:prstGeom prst="ellipse">
            <a:avLst/>
          </a:prstGeom>
          <a:solidFill>
            <a:srgbClr val="C7DCCF"/>
          </a:solidFill>
          <a:ln w="19050">
            <a:solidFill>
              <a:srgbClr val="6E7F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20302C"/>
                </a:solidFill>
                <a:latin typeface="Aptos"/>
              </a:rPr>
              <a:t>icon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5650992"/>
            <a:ext cx="10545775" cy="640080"/>
          </a:xfrm>
          <a:prstGeom prst="rect">
            <a:avLst/>
          </a:prstGeom>
          <a:solidFill>
            <a:srgbClr val="F0E8D8"/>
          </a:solidFill>
          <a:ln w="19050">
            <a:solidFill>
              <a:srgbClr val="6E7F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20302C"/>
                </a:solidFill>
                <a:latin typeface="Aptos"/>
              </a:rPr>
              <a:t>notes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4410456"/>
            <a:ext cx="8622792" cy="1039368"/>
          </a:xfrm>
          <a:prstGeom prst="rect">
            <a:avLst/>
          </a:prstGeom>
          <a:solidFill>
            <a:srgbClr val="F2EAD6"/>
          </a:solidFill>
          <a:ln w="19050">
            <a:solidFill>
              <a:srgbClr val="6E7F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0">
                <a:solidFill>
                  <a:srgbClr val="20302C"/>
                </a:solidFill>
                <a:latin typeface="Aptos"/>
              </a:rPr>
              <a:t>content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0564063" y="146304"/>
            <a:ext cx="1115568" cy="256032"/>
          </a:xfrm>
          <a:prstGeom prst="roundRect">
            <a:avLst/>
          </a:prstGeom>
          <a:solidFill>
            <a:srgbClr val="DDE8E1"/>
          </a:solidFill>
          <a:ln w="19050">
            <a:solidFill>
              <a:srgbClr val="6E7F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20302C"/>
                </a:solidFill>
                <a:latin typeface="Aptos"/>
              </a:rPr>
              <a:t>blueprint · section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33271" y="1746504"/>
            <a:ext cx="7845552" cy="438912"/>
          </a:xfrm>
          <a:prstGeom prst="roundRect">
            <a:avLst/>
          </a:prstGeom>
          <a:solidFill>
            <a:srgbClr val="CFE0D2"/>
          </a:solidFill>
          <a:ln w="19050">
            <a:solidFill>
              <a:srgbClr val="6E7F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>
                <a:solidFill>
                  <a:srgbClr val="20302C"/>
                </a:solidFill>
                <a:latin typeface="Aptos"/>
              </a:rPr>
              <a:t>title</a:t>
            </a:r>
          </a:p>
        </p:txBody>
      </p:sp>
      <p:sp>
        <p:nvSpPr>
          <p:cNvPr id="4" name="Rectangle 3"/>
          <p:cNvSpPr/>
          <p:nvPr/>
        </p:nvSpPr>
        <p:spPr>
          <a:xfrm>
            <a:off x="1033271" y="2258568"/>
            <a:ext cx="7845552" cy="621792"/>
          </a:xfrm>
          <a:prstGeom prst="rect">
            <a:avLst/>
          </a:prstGeom>
          <a:solidFill>
            <a:srgbClr val="E0ECE4"/>
          </a:solidFill>
          <a:ln w="19050">
            <a:solidFill>
              <a:srgbClr val="6E7F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0">
                <a:solidFill>
                  <a:srgbClr val="20302C"/>
                </a:solidFill>
                <a:latin typeface="Aptos"/>
              </a:rPr>
              <a:t>key_message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36192"/>
            <a:ext cx="822960" cy="45720"/>
          </a:xfrm>
          <a:prstGeom prst="rect">
            <a:avLst/>
          </a:prstGeom>
          <a:solidFill>
            <a:srgbClr val="B86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1371600"/>
            <a:ext cx="1115568" cy="256032"/>
          </a:xfrm>
          <a:prstGeom prst="roundRect">
            <a:avLst/>
          </a:prstGeom>
          <a:solidFill>
            <a:srgbClr val="E8E1CD"/>
          </a:solidFill>
          <a:ln w="19050">
            <a:solidFill>
              <a:srgbClr val="6E7F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20302C"/>
                </a:solidFill>
                <a:latin typeface="Aptos"/>
              </a:rPr>
              <a:t>accent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5650992"/>
            <a:ext cx="10543032" cy="640080"/>
          </a:xfrm>
          <a:prstGeom prst="rect">
            <a:avLst/>
          </a:prstGeom>
          <a:solidFill>
            <a:srgbClr val="E8F0EA"/>
          </a:solidFill>
          <a:ln w="19050">
            <a:solidFill>
              <a:srgbClr val="6E7F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20302C"/>
                </a:solidFill>
                <a:latin typeface="Aptos"/>
              </a:rPr>
              <a:t>notes</a:t>
            </a:r>
          </a:p>
        </p:txBody>
      </p:sp>
      <p:sp>
        <p:nvSpPr>
          <p:cNvPr id="8" name="Oval 7"/>
          <p:cNvSpPr/>
          <p:nvPr/>
        </p:nvSpPr>
        <p:spPr>
          <a:xfrm>
            <a:off x="10268712" y="411480"/>
            <a:ext cx="1463040" cy="1463040"/>
          </a:xfrm>
          <a:prstGeom prst="ellipse">
            <a:avLst/>
          </a:prstGeom>
          <a:solidFill>
            <a:srgbClr val="C7DCCF"/>
          </a:solidFill>
          <a:ln w="19050">
            <a:solidFill>
              <a:srgbClr val="6E7F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20302C"/>
                </a:solidFill>
                <a:latin typeface="Aptos"/>
              </a:rPr>
              <a:t>icon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0564063" y="146304"/>
            <a:ext cx="1115568" cy="256032"/>
          </a:xfrm>
          <a:prstGeom prst="roundRect">
            <a:avLst/>
          </a:prstGeom>
          <a:solidFill>
            <a:srgbClr val="E8E1CD"/>
          </a:solidFill>
          <a:ln w="19050">
            <a:solidFill>
              <a:srgbClr val="6E7F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20302C"/>
                </a:solidFill>
                <a:latin typeface="Aptos"/>
              </a:rPr>
              <a:t>solver · agenda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40664" y="457200"/>
            <a:ext cx="10707624" cy="592836"/>
          </a:xfrm>
          <a:prstGeom prst="roundRect">
            <a:avLst/>
          </a:prstGeom>
          <a:solidFill>
            <a:srgbClr val="DDD2B0"/>
          </a:solidFill>
          <a:ln w="19050">
            <a:solidFill>
              <a:srgbClr val="6E7F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>
                <a:solidFill>
                  <a:srgbClr val="20302C"/>
                </a:solidFill>
                <a:latin typeface="Aptos"/>
              </a:rPr>
              <a:t>title</a:t>
            </a:r>
          </a:p>
        </p:txBody>
      </p:sp>
      <p:sp>
        <p:nvSpPr>
          <p:cNvPr id="4" name="Rectangle 3"/>
          <p:cNvSpPr/>
          <p:nvPr/>
        </p:nvSpPr>
        <p:spPr>
          <a:xfrm>
            <a:off x="740664" y="1123188"/>
            <a:ext cx="10707624" cy="502920"/>
          </a:xfrm>
          <a:prstGeom prst="rect">
            <a:avLst/>
          </a:prstGeom>
          <a:solidFill>
            <a:srgbClr val="E8E1CD"/>
          </a:solidFill>
          <a:ln w="19050">
            <a:solidFill>
              <a:srgbClr val="6E7F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0">
                <a:solidFill>
                  <a:srgbClr val="20302C"/>
                </a:solidFill>
                <a:latin typeface="Aptos"/>
              </a:rPr>
              <a:t>key_message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699260"/>
            <a:ext cx="1371600" cy="36576"/>
          </a:xfrm>
          <a:prstGeom prst="rect">
            <a:avLst/>
          </a:prstGeom>
          <a:solidFill>
            <a:srgbClr val="B86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1534668"/>
            <a:ext cx="1115568" cy="256032"/>
          </a:xfrm>
          <a:prstGeom prst="roundRect">
            <a:avLst/>
          </a:prstGeom>
          <a:solidFill>
            <a:srgbClr val="E8E1CD"/>
          </a:solidFill>
          <a:ln w="19050">
            <a:solidFill>
              <a:srgbClr val="6E7F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20302C"/>
                </a:solidFill>
                <a:latin typeface="Aptos"/>
              </a:rPr>
              <a:t>accent</a:t>
            </a:r>
          </a:p>
        </p:txBody>
      </p:sp>
      <p:sp>
        <p:nvSpPr>
          <p:cNvPr id="7" name="Rectangle 6"/>
          <p:cNvSpPr/>
          <p:nvPr/>
        </p:nvSpPr>
        <p:spPr>
          <a:xfrm>
            <a:off x="8567928" y="1900428"/>
            <a:ext cx="3163824" cy="3630168"/>
          </a:xfrm>
          <a:prstGeom prst="rect">
            <a:avLst/>
          </a:prstGeom>
          <a:solidFill>
            <a:srgbClr val="C7DCCF"/>
          </a:solidFill>
          <a:ln w="19050">
            <a:solidFill>
              <a:srgbClr val="6E7F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0">
                <a:solidFill>
                  <a:srgbClr val="20302C"/>
                </a:solidFill>
                <a:latin typeface="Aptos"/>
              </a:rPr>
              <a:t>sidebar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5650992"/>
            <a:ext cx="11277295" cy="640080"/>
          </a:xfrm>
          <a:prstGeom prst="rect">
            <a:avLst/>
          </a:prstGeom>
          <a:solidFill>
            <a:srgbClr val="F0E8D8"/>
          </a:solidFill>
          <a:ln w="19050">
            <a:solidFill>
              <a:srgbClr val="6E7F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20302C"/>
                </a:solidFill>
                <a:latin typeface="Aptos"/>
              </a:rPr>
              <a:t>notes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900428"/>
            <a:ext cx="7882127" cy="3549395"/>
          </a:xfrm>
          <a:prstGeom prst="rect">
            <a:avLst/>
          </a:prstGeom>
          <a:solidFill>
            <a:srgbClr val="F2EAD6"/>
          </a:solidFill>
          <a:ln w="19050">
            <a:solidFill>
              <a:srgbClr val="6E7F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0">
                <a:solidFill>
                  <a:srgbClr val="20302C"/>
                </a:solidFill>
                <a:latin typeface="Aptos"/>
              </a:rPr>
              <a:t>content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0564063" y="146304"/>
            <a:ext cx="1115568" cy="256032"/>
          </a:xfrm>
          <a:prstGeom prst="roundRect">
            <a:avLst/>
          </a:prstGeom>
          <a:solidFill>
            <a:srgbClr val="DDE8E1"/>
          </a:solidFill>
          <a:ln w="19050">
            <a:solidFill>
              <a:srgbClr val="6E7F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20302C"/>
                </a:solidFill>
                <a:latin typeface="Aptos"/>
              </a:rPr>
              <a:t>blueprint · agenda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58368" y="457200"/>
            <a:ext cx="7735824" cy="457200"/>
          </a:xfrm>
          <a:prstGeom prst="roundRect">
            <a:avLst/>
          </a:prstGeom>
          <a:solidFill>
            <a:srgbClr val="CFE0D2"/>
          </a:solidFill>
          <a:ln w="19050">
            <a:solidFill>
              <a:srgbClr val="6E7F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>
                <a:solidFill>
                  <a:srgbClr val="20302C"/>
                </a:solidFill>
                <a:latin typeface="Aptos"/>
              </a:rPr>
              <a:t>title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987552"/>
            <a:ext cx="7735824" cy="502920"/>
          </a:xfrm>
          <a:prstGeom prst="rect">
            <a:avLst/>
          </a:prstGeom>
          <a:solidFill>
            <a:srgbClr val="E0ECE4"/>
          </a:solidFill>
          <a:ln w="19050">
            <a:solidFill>
              <a:srgbClr val="6E7F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0">
                <a:solidFill>
                  <a:srgbClr val="20302C"/>
                </a:solidFill>
                <a:latin typeface="Aptos"/>
              </a:rPr>
              <a:t>key_message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563624"/>
            <a:ext cx="1371600" cy="36576"/>
          </a:xfrm>
          <a:prstGeom prst="rect">
            <a:avLst/>
          </a:prstGeom>
          <a:solidFill>
            <a:srgbClr val="B86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1399032"/>
            <a:ext cx="1115568" cy="256032"/>
          </a:xfrm>
          <a:prstGeom prst="roundRect">
            <a:avLst/>
          </a:prstGeom>
          <a:solidFill>
            <a:srgbClr val="E8E1CD"/>
          </a:solidFill>
          <a:ln w="19050">
            <a:solidFill>
              <a:srgbClr val="6E7F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20302C"/>
                </a:solidFill>
                <a:latin typeface="Aptos"/>
              </a:rPr>
              <a:t>accent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764792"/>
            <a:ext cx="8138160" cy="3776472"/>
          </a:xfrm>
          <a:prstGeom prst="rect">
            <a:avLst/>
          </a:prstGeom>
          <a:solidFill>
            <a:srgbClr val="E4EFE7"/>
          </a:solidFill>
          <a:ln w="19050">
            <a:solidFill>
              <a:srgbClr val="6E7F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0">
                <a:solidFill>
                  <a:srgbClr val="20302C"/>
                </a:solidFill>
                <a:latin typeface="Aptos"/>
              </a:rPr>
              <a:t>content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5650992"/>
            <a:ext cx="11274552" cy="640080"/>
          </a:xfrm>
          <a:prstGeom prst="rect">
            <a:avLst/>
          </a:prstGeom>
          <a:solidFill>
            <a:srgbClr val="E8F0EA"/>
          </a:solidFill>
          <a:ln w="19050">
            <a:solidFill>
              <a:srgbClr val="6E7F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20302C"/>
                </a:solidFill>
                <a:latin typeface="Aptos"/>
              </a:rPr>
              <a:t>notes</a:t>
            </a:r>
          </a:p>
        </p:txBody>
      </p:sp>
      <p:sp>
        <p:nvSpPr>
          <p:cNvPr id="9" name="Rectangle 8"/>
          <p:cNvSpPr/>
          <p:nvPr/>
        </p:nvSpPr>
        <p:spPr>
          <a:xfrm>
            <a:off x="9098280" y="1764792"/>
            <a:ext cx="2633472" cy="3776472"/>
          </a:xfrm>
          <a:prstGeom prst="rect">
            <a:avLst/>
          </a:prstGeom>
          <a:solidFill>
            <a:srgbClr val="CFE0D2"/>
          </a:solidFill>
          <a:ln w="19050">
            <a:solidFill>
              <a:srgbClr val="6E7F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0">
                <a:solidFill>
                  <a:srgbClr val="20302C"/>
                </a:solidFill>
                <a:latin typeface="Aptos"/>
              </a:rPr>
              <a:t>sidebar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0564063" y="146304"/>
            <a:ext cx="1115568" cy="256032"/>
          </a:xfrm>
          <a:prstGeom prst="roundRect">
            <a:avLst/>
          </a:prstGeom>
          <a:solidFill>
            <a:srgbClr val="E8E1CD"/>
          </a:solidFill>
          <a:ln w="19050">
            <a:solidFill>
              <a:srgbClr val="6E7F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20302C"/>
                </a:solidFill>
                <a:latin typeface="Aptos"/>
              </a:rPr>
              <a:t>solver · bullets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85800" y="457200"/>
            <a:ext cx="8449056" cy="592836"/>
          </a:xfrm>
          <a:prstGeom prst="roundRect">
            <a:avLst/>
          </a:prstGeom>
          <a:solidFill>
            <a:srgbClr val="DDD2B0"/>
          </a:solidFill>
          <a:ln w="19050">
            <a:solidFill>
              <a:srgbClr val="6E7F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>
                <a:solidFill>
                  <a:srgbClr val="20302C"/>
                </a:solidFill>
                <a:latin typeface="Aptos"/>
              </a:rPr>
              <a:t>title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123188"/>
            <a:ext cx="8449056" cy="502920"/>
          </a:xfrm>
          <a:prstGeom prst="rect">
            <a:avLst/>
          </a:prstGeom>
          <a:solidFill>
            <a:srgbClr val="E8E1CD"/>
          </a:solidFill>
          <a:ln w="19050">
            <a:solidFill>
              <a:srgbClr val="6E7F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0">
                <a:solidFill>
                  <a:srgbClr val="20302C"/>
                </a:solidFill>
                <a:latin typeface="Aptos"/>
              </a:rPr>
              <a:t>key_message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699260"/>
            <a:ext cx="1371600" cy="36576"/>
          </a:xfrm>
          <a:prstGeom prst="rect">
            <a:avLst/>
          </a:prstGeom>
          <a:solidFill>
            <a:srgbClr val="B86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1534668"/>
            <a:ext cx="1115568" cy="256032"/>
          </a:xfrm>
          <a:prstGeom prst="roundRect">
            <a:avLst/>
          </a:prstGeom>
          <a:solidFill>
            <a:srgbClr val="E8E1CD"/>
          </a:solidFill>
          <a:ln w="19050">
            <a:solidFill>
              <a:srgbClr val="6E7F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20302C"/>
                </a:solidFill>
                <a:latin typeface="Aptos"/>
              </a:rPr>
              <a:t>accent</a:t>
            </a:r>
          </a:p>
        </p:txBody>
      </p:sp>
      <p:sp>
        <p:nvSpPr>
          <p:cNvPr id="7" name="Oval 6"/>
          <p:cNvSpPr/>
          <p:nvPr/>
        </p:nvSpPr>
        <p:spPr>
          <a:xfrm>
            <a:off x="9811512" y="411480"/>
            <a:ext cx="1920240" cy="1920240"/>
          </a:xfrm>
          <a:prstGeom prst="ellipse">
            <a:avLst/>
          </a:prstGeom>
          <a:solidFill>
            <a:srgbClr val="C7DCCF"/>
          </a:solidFill>
          <a:ln w="19050">
            <a:solidFill>
              <a:srgbClr val="6E7F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20302C"/>
                </a:solidFill>
                <a:latin typeface="Aptos"/>
              </a:rPr>
              <a:t>icon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5650992"/>
            <a:ext cx="11277295" cy="640080"/>
          </a:xfrm>
          <a:prstGeom prst="rect">
            <a:avLst/>
          </a:prstGeom>
          <a:solidFill>
            <a:srgbClr val="F0E8D8"/>
          </a:solidFill>
          <a:ln w="19050">
            <a:solidFill>
              <a:srgbClr val="6E7F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20302C"/>
                </a:solidFill>
                <a:latin typeface="Aptos"/>
              </a:rPr>
              <a:t>notes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900428"/>
            <a:ext cx="8897112" cy="3549395"/>
          </a:xfrm>
          <a:prstGeom prst="rect">
            <a:avLst/>
          </a:prstGeom>
          <a:solidFill>
            <a:srgbClr val="F2EAD6"/>
          </a:solidFill>
          <a:ln w="19050">
            <a:solidFill>
              <a:srgbClr val="6E7F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0">
                <a:solidFill>
                  <a:srgbClr val="20302C"/>
                </a:solidFill>
                <a:latin typeface="Aptos"/>
              </a:rPr>
              <a:t>content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0564063" y="146304"/>
            <a:ext cx="1115568" cy="256032"/>
          </a:xfrm>
          <a:prstGeom prst="roundRect">
            <a:avLst/>
          </a:prstGeom>
          <a:solidFill>
            <a:srgbClr val="DDE8E1"/>
          </a:solidFill>
          <a:ln w="19050">
            <a:solidFill>
              <a:srgbClr val="6E7F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20302C"/>
                </a:solidFill>
                <a:latin typeface="Aptos"/>
              </a:rPr>
              <a:t>blueprint · bullets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67512" y="457200"/>
            <a:ext cx="8083296" cy="457200"/>
          </a:xfrm>
          <a:prstGeom prst="roundRect">
            <a:avLst/>
          </a:prstGeom>
          <a:solidFill>
            <a:srgbClr val="CFE0D2"/>
          </a:solidFill>
          <a:ln w="19050">
            <a:solidFill>
              <a:srgbClr val="6E7F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>
                <a:solidFill>
                  <a:srgbClr val="20302C"/>
                </a:solidFill>
                <a:latin typeface="Aptos"/>
              </a:rPr>
              <a:t>title</a:t>
            </a:r>
          </a:p>
        </p:txBody>
      </p:sp>
      <p:sp>
        <p:nvSpPr>
          <p:cNvPr id="4" name="Rectangle 3"/>
          <p:cNvSpPr/>
          <p:nvPr/>
        </p:nvSpPr>
        <p:spPr>
          <a:xfrm>
            <a:off x="667512" y="987552"/>
            <a:ext cx="8083296" cy="502920"/>
          </a:xfrm>
          <a:prstGeom prst="rect">
            <a:avLst/>
          </a:prstGeom>
          <a:solidFill>
            <a:srgbClr val="E0ECE4"/>
          </a:solidFill>
          <a:ln w="19050">
            <a:solidFill>
              <a:srgbClr val="6E7F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0">
                <a:solidFill>
                  <a:srgbClr val="20302C"/>
                </a:solidFill>
                <a:latin typeface="Aptos"/>
              </a:rPr>
              <a:t>key_message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563624"/>
            <a:ext cx="1371600" cy="36576"/>
          </a:xfrm>
          <a:prstGeom prst="rect">
            <a:avLst/>
          </a:prstGeom>
          <a:solidFill>
            <a:srgbClr val="B86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1399032"/>
            <a:ext cx="1115568" cy="256032"/>
          </a:xfrm>
          <a:prstGeom prst="roundRect">
            <a:avLst/>
          </a:prstGeom>
          <a:solidFill>
            <a:srgbClr val="E8E1CD"/>
          </a:solidFill>
          <a:ln w="19050">
            <a:solidFill>
              <a:srgbClr val="6E7F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20302C"/>
                </a:solidFill>
                <a:latin typeface="Aptos"/>
              </a:rPr>
              <a:t>accent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764792"/>
            <a:ext cx="8503920" cy="3776472"/>
          </a:xfrm>
          <a:prstGeom prst="rect">
            <a:avLst/>
          </a:prstGeom>
          <a:solidFill>
            <a:srgbClr val="E4EFE7"/>
          </a:solidFill>
          <a:ln w="19050">
            <a:solidFill>
              <a:srgbClr val="6E7F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0">
                <a:solidFill>
                  <a:srgbClr val="20302C"/>
                </a:solidFill>
                <a:latin typeface="Aptos"/>
              </a:rPr>
              <a:t>content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5650992"/>
            <a:ext cx="11274552" cy="640080"/>
          </a:xfrm>
          <a:prstGeom prst="rect">
            <a:avLst/>
          </a:prstGeom>
          <a:solidFill>
            <a:srgbClr val="E8F0EA"/>
          </a:solidFill>
          <a:ln w="19050">
            <a:solidFill>
              <a:srgbClr val="6E7F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20302C"/>
                </a:solidFill>
                <a:latin typeface="Aptos"/>
              </a:rPr>
              <a:t>notes</a:t>
            </a:r>
          </a:p>
        </p:txBody>
      </p:sp>
      <p:sp>
        <p:nvSpPr>
          <p:cNvPr id="9" name="Oval 8"/>
          <p:cNvSpPr/>
          <p:nvPr/>
        </p:nvSpPr>
        <p:spPr>
          <a:xfrm>
            <a:off x="9811512" y="411480"/>
            <a:ext cx="1920240" cy="1920240"/>
          </a:xfrm>
          <a:prstGeom prst="ellipse">
            <a:avLst/>
          </a:prstGeom>
          <a:solidFill>
            <a:srgbClr val="C7DCCF"/>
          </a:solidFill>
          <a:ln w="19050">
            <a:solidFill>
              <a:srgbClr val="6E7F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20302C"/>
                </a:solidFill>
                <a:latin typeface="Aptos"/>
              </a:rPr>
              <a:t>icon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0564063" y="146304"/>
            <a:ext cx="1115568" cy="256032"/>
          </a:xfrm>
          <a:prstGeom prst="roundRect">
            <a:avLst/>
          </a:prstGeom>
          <a:solidFill>
            <a:srgbClr val="E8E1CD"/>
          </a:solidFill>
          <a:ln w="19050">
            <a:solidFill>
              <a:srgbClr val="6E7F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20302C"/>
                </a:solidFill>
                <a:latin typeface="Aptos"/>
              </a:rPr>
              <a:t>solver · cards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85800" y="457200"/>
            <a:ext cx="8449056" cy="592836"/>
          </a:xfrm>
          <a:prstGeom prst="roundRect">
            <a:avLst/>
          </a:prstGeom>
          <a:solidFill>
            <a:srgbClr val="DDD2B0"/>
          </a:solidFill>
          <a:ln w="19050">
            <a:solidFill>
              <a:srgbClr val="6E7F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>
                <a:solidFill>
                  <a:srgbClr val="20302C"/>
                </a:solidFill>
                <a:latin typeface="Aptos"/>
              </a:rPr>
              <a:t>title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123188"/>
            <a:ext cx="8449056" cy="502920"/>
          </a:xfrm>
          <a:prstGeom prst="rect">
            <a:avLst/>
          </a:prstGeom>
          <a:solidFill>
            <a:srgbClr val="E8E1CD"/>
          </a:solidFill>
          <a:ln w="19050">
            <a:solidFill>
              <a:srgbClr val="6E7F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0">
                <a:solidFill>
                  <a:srgbClr val="20302C"/>
                </a:solidFill>
                <a:latin typeface="Aptos"/>
              </a:rPr>
              <a:t>key_message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699260"/>
            <a:ext cx="1371600" cy="36576"/>
          </a:xfrm>
          <a:prstGeom prst="rect">
            <a:avLst/>
          </a:prstGeom>
          <a:solidFill>
            <a:srgbClr val="B86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1534668"/>
            <a:ext cx="1115568" cy="256032"/>
          </a:xfrm>
          <a:prstGeom prst="roundRect">
            <a:avLst/>
          </a:prstGeom>
          <a:solidFill>
            <a:srgbClr val="E8E1CD"/>
          </a:solidFill>
          <a:ln w="19050">
            <a:solidFill>
              <a:srgbClr val="6E7F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20302C"/>
                </a:solidFill>
                <a:latin typeface="Aptos"/>
              </a:rPr>
              <a:t>accent</a:t>
            </a:r>
          </a:p>
        </p:txBody>
      </p:sp>
      <p:sp>
        <p:nvSpPr>
          <p:cNvPr id="7" name="Oval 6"/>
          <p:cNvSpPr/>
          <p:nvPr/>
        </p:nvSpPr>
        <p:spPr>
          <a:xfrm>
            <a:off x="9811512" y="411480"/>
            <a:ext cx="1920240" cy="1920240"/>
          </a:xfrm>
          <a:prstGeom prst="ellipse">
            <a:avLst/>
          </a:prstGeom>
          <a:solidFill>
            <a:srgbClr val="C7DCCF"/>
          </a:solidFill>
          <a:ln w="19050">
            <a:solidFill>
              <a:srgbClr val="6E7F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20302C"/>
                </a:solidFill>
                <a:latin typeface="Aptos"/>
              </a:rPr>
              <a:t>icon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5650992"/>
            <a:ext cx="11277295" cy="640080"/>
          </a:xfrm>
          <a:prstGeom prst="rect">
            <a:avLst/>
          </a:prstGeom>
          <a:solidFill>
            <a:srgbClr val="F0E8D8"/>
          </a:solidFill>
          <a:ln w="19050">
            <a:solidFill>
              <a:srgbClr val="6E7F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20302C"/>
                </a:solidFill>
                <a:latin typeface="Aptos"/>
              </a:rPr>
              <a:t>notes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900428"/>
            <a:ext cx="4306824" cy="1645920"/>
          </a:xfrm>
          <a:prstGeom prst="roundRect">
            <a:avLst/>
          </a:prstGeom>
          <a:solidFill>
            <a:srgbClr val="D9E8E1"/>
          </a:solidFill>
          <a:ln w="19050">
            <a:solidFill>
              <a:srgbClr val="6E7F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0">
                <a:solidFill>
                  <a:srgbClr val="20302C"/>
                </a:solidFill>
                <a:latin typeface="Aptos"/>
              </a:rPr>
              <a:t/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" y="3125724"/>
            <a:ext cx="1115568" cy="256032"/>
          </a:xfrm>
          <a:prstGeom prst="roundRect">
            <a:avLst/>
          </a:prstGeom>
          <a:solidFill>
            <a:srgbClr val="E9E2CF"/>
          </a:solidFill>
          <a:ln w="19050">
            <a:solidFill>
              <a:srgbClr val="6E7F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20302C"/>
                </a:solidFill>
                <a:latin typeface="Aptos"/>
              </a:rPr>
              <a:t>icon_card</a:t>
            </a:r>
          </a:p>
        </p:txBody>
      </p:sp>
      <p:sp>
        <p:nvSpPr>
          <p:cNvPr id="11" name="Oval 10"/>
          <p:cNvSpPr/>
          <p:nvPr/>
        </p:nvSpPr>
        <p:spPr>
          <a:xfrm>
            <a:off x="658368" y="2101596"/>
            <a:ext cx="512064" cy="512064"/>
          </a:xfrm>
          <a:prstGeom prst="ellipse">
            <a:avLst/>
          </a:prstGeom>
          <a:solidFill>
            <a:srgbClr val="C7DCCF"/>
          </a:solidFill>
          <a:ln w="19050">
            <a:solidFill>
              <a:srgbClr val="6E7F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20302C"/>
                </a:solidFill>
                <a:latin typeface="Aptos"/>
              </a:rPr>
              <a:t>icon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335024" y="2211324"/>
            <a:ext cx="1296802" cy="100584"/>
          </a:xfrm>
          <a:prstGeom prst="roundRect">
            <a:avLst/>
          </a:prstGeom>
          <a:solidFill>
            <a:srgbClr val="203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335024" y="2430780"/>
            <a:ext cx="1641348" cy="100584"/>
          </a:xfrm>
          <a:prstGeom prst="roundRect">
            <a:avLst/>
          </a:prstGeom>
          <a:solidFill>
            <a:srgbClr val="6070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1335024" y="2650236"/>
            <a:ext cx="1038392" cy="100584"/>
          </a:xfrm>
          <a:prstGeom prst="roundRect">
            <a:avLst/>
          </a:prstGeom>
          <a:solidFill>
            <a:srgbClr val="6070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056632" y="1900428"/>
            <a:ext cx="4306824" cy="1645920"/>
          </a:xfrm>
          <a:prstGeom prst="roundRect">
            <a:avLst/>
          </a:prstGeom>
          <a:solidFill>
            <a:srgbClr val="D9E8E1"/>
          </a:solidFill>
          <a:ln w="19050">
            <a:solidFill>
              <a:srgbClr val="6E7F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0">
                <a:solidFill>
                  <a:srgbClr val="20302C"/>
                </a:solidFill>
                <a:latin typeface="Aptos"/>
              </a:rPr>
              <a:t/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221224" y="3125724"/>
            <a:ext cx="1115568" cy="256032"/>
          </a:xfrm>
          <a:prstGeom prst="roundRect">
            <a:avLst/>
          </a:prstGeom>
          <a:solidFill>
            <a:srgbClr val="E9E2CF"/>
          </a:solidFill>
          <a:ln w="19050">
            <a:solidFill>
              <a:srgbClr val="6E7F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20302C"/>
                </a:solidFill>
                <a:latin typeface="Aptos"/>
              </a:rPr>
              <a:t>icon_card</a:t>
            </a:r>
          </a:p>
        </p:txBody>
      </p:sp>
      <p:sp>
        <p:nvSpPr>
          <p:cNvPr id="17" name="Oval 16"/>
          <p:cNvSpPr/>
          <p:nvPr/>
        </p:nvSpPr>
        <p:spPr>
          <a:xfrm>
            <a:off x="5257800" y="2101596"/>
            <a:ext cx="512064" cy="512064"/>
          </a:xfrm>
          <a:prstGeom prst="ellipse">
            <a:avLst/>
          </a:prstGeom>
          <a:solidFill>
            <a:srgbClr val="C7DCCF"/>
          </a:solidFill>
          <a:ln w="19050">
            <a:solidFill>
              <a:srgbClr val="6E7F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20302C"/>
                </a:solidFill>
                <a:latin typeface="Aptos"/>
              </a:rPr>
              <a:t>icon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34456" y="2211324"/>
            <a:ext cx="1296802" cy="100584"/>
          </a:xfrm>
          <a:prstGeom prst="roundRect">
            <a:avLst/>
          </a:prstGeom>
          <a:solidFill>
            <a:srgbClr val="203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934456" y="2430780"/>
            <a:ext cx="1641348" cy="100584"/>
          </a:xfrm>
          <a:prstGeom prst="roundRect">
            <a:avLst/>
          </a:prstGeom>
          <a:solidFill>
            <a:srgbClr val="6070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5934456" y="2650236"/>
            <a:ext cx="1038392" cy="100584"/>
          </a:xfrm>
          <a:prstGeom prst="roundRect">
            <a:avLst/>
          </a:prstGeom>
          <a:solidFill>
            <a:srgbClr val="6070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457200" y="3802380"/>
            <a:ext cx="4306824" cy="1645920"/>
          </a:xfrm>
          <a:prstGeom prst="roundRect">
            <a:avLst/>
          </a:prstGeom>
          <a:solidFill>
            <a:srgbClr val="D9E8E1"/>
          </a:solidFill>
          <a:ln w="19050">
            <a:solidFill>
              <a:srgbClr val="6E7F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0">
                <a:solidFill>
                  <a:srgbClr val="20302C"/>
                </a:solidFill>
                <a:latin typeface="Aptos"/>
              </a:rPr>
              <a:t/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1792" y="5027676"/>
            <a:ext cx="1115568" cy="256032"/>
          </a:xfrm>
          <a:prstGeom prst="roundRect">
            <a:avLst/>
          </a:prstGeom>
          <a:solidFill>
            <a:srgbClr val="E9E2CF"/>
          </a:solidFill>
          <a:ln w="19050">
            <a:solidFill>
              <a:srgbClr val="6E7F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20302C"/>
                </a:solidFill>
                <a:latin typeface="Aptos"/>
              </a:rPr>
              <a:t>icon_card</a:t>
            </a:r>
          </a:p>
        </p:txBody>
      </p:sp>
      <p:sp>
        <p:nvSpPr>
          <p:cNvPr id="23" name="Oval 22"/>
          <p:cNvSpPr/>
          <p:nvPr/>
        </p:nvSpPr>
        <p:spPr>
          <a:xfrm>
            <a:off x="658368" y="4003547"/>
            <a:ext cx="512064" cy="512064"/>
          </a:xfrm>
          <a:prstGeom prst="ellipse">
            <a:avLst/>
          </a:prstGeom>
          <a:solidFill>
            <a:srgbClr val="C7DCCF"/>
          </a:solidFill>
          <a:ln w="19050">
            <a:solidFill>
              <a:srgbClr val="6E7F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20302C"/>
                </a:solidFill>
                <a:latin typeface="Aptos"/>
              </a:rPr>
              <a:t>icon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335024" y="4113275"/>
            <a:ext cx="1296802" cy="100584"/>
          </a:xfrm>
          <a:prstGeom prst="roundRect">
            <a:avLst/>
          </a:prstGeom>
          <a:solidFill>
            <a:srgbClr val="203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1335024" y="4332732"/>
            <a:ext cx="1641348" cy="100584"/>
          </a:xfrm>
          <a:prstGeom prst="roundRect">
            <a:avLst/>
          </a:prstGeom>
          <a:solidFill>
            <a:srgbClr val="6070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1335024" y="4552188"/>
            <a:ext cx="1038392" cy="100584"/>
          </a:xfrm>
          <a:prstGeom prst="roundRect">
            <a:avLst/>
          </a:prstGeom>
          <a:solidFill>
            <a:srgbClr val="6070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5056632" y="3802380"/>
            <a:ext cx="4306824" cy="1645920"/>
          </a:xfrm>
          <a:prstGeom prst="roundRect">
            <a:avLst/>
          </a:prstGeom>
          <a:solidFill>
            <a:srgbClr val="D9E8E1"/>
          </a:solidFill>
          <a:ln w="19050">
            <a:solidFill>
              <a:srgbClr val="6E7F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0">
                <a:solidFill>
                  <a:srgbClr val="20302C"/>
                </a:solidFill>
                <a:latin typeface="Aptos"/>
              </a:rPr>
              <a:t/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221224" y="5027676"/>
            <a:ext cx="1115568" cy="256032"/>
          </a:xfrm>
          <a:prstGeom prst="roundRect">
            <a:avLst/>
          </a:prstGeom>
          <a:solidFill>
            <a:srgbClr val="E9E2CF"/>
          </a:solidFill>
          <a:ln w="19050">
            <a:solidFill>
              <a:srgbClr val="6E7F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20302C"/>
                </a:solidFill>
                <a:latin typeface="Aptos"/>
              </a:rPr>
              <a:t>icon_card</a:t>
            </a:r>
          </a:p>
        </p:txBody>
      </p:sp>
      <p:sp>
        <p:nvSpPr>
          <p:cNvPr id="29" name="Oval 28"/>
          <p:cNvSpPr/>
          <p:nvPr/>
        </p:nvSpPr>
        <p:spPr>
          <a:xfrm>
            <a:off x="5257800" y="4003547"/>
            <a:ext cx="512064" cy="512064"/>
          </a:xfrm>
          <a:prstGeom prst="ellipse">
            <a:avLst/>
          </a:prstGeom>
          <a:solidFill>
            <a:srgbClr val="C7DCCF"/>
          </a:solidFill>
          <a:ln w="19050">
            <a:solidFill>
              <a:srgbClr val="6E7F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20302C"/>
                </a:solidFill>
                <a:latin typeface="Aptos"/>
              </a:rPr>
              <a:t>icon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934456" y="4113275"/>
            <a:ext cx="1296802" cy="100584"/>
          </a:xfrm>
          <a:prstGeom prst="roundRect">
            <a:avLst/>
          </a:prstGeom>
          <a:solidFill>
            <a:srgbClr val="203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5934456" y="4332732"/>
            <a:ext cx="1641348" cy="100584"/>
          </a:xfrm>
          <a:prstGeom prst="roundRect">
            <a:avLst/>
          </a:prstGeom>
          <a:solidFill>
            <a:srgbClr val="6070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5934456" y="4552188"/>
            <a:ext cx="1038392" cy="100584"/>
          </a:xfrm>
          <a:prstGeom prst="roundRect">
            <a:avLst/>
          </a:prstGeom>
          <a:solidFill>
            <a:srgbClr val="6070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0564063" y="146304"/>
            <a:ext cx="1115568" cy="256032"/>
          </a:xfrm>
          <a:prstGeom prst="roundRect">
            <a:avLst/>
          </a:prstGeom>
          <a:solidFill>
            <a:srgbClr val="DDE8E1"/>
          </a:solidFill>
          <a:ln w="19050">
            <a:solidFill>
              <a:srgbClr val="6E7F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20302C"/>
                </a:solidFill>
                <a:latin typeface="Aptos"/>
              </a:rPr>
              <a:t>blueprint · cards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67512" y="457200"/>
            <a:ext cx="8083296" cy="457200"/>
          </a:xfrm>
          <a:prstGeom prst="roundRect">
            <a:avLst/>
          </a:prstGeom>
          <a:solidFill>
            <a:srgbClr val="CFE0D2"/>
          </a:solidFill>
          <a:ln w="19050">
            <a:solidFill>
              <a:srgbClr val="6E7F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>
                <a:solidFill>
                  <a:srgbClr val="20302C"/>
                </a:solidFill>
                <a:latin typeface="Aptos"/>
              </a:rPr>
              <a:t>title</a:t>
            </a:r>
          </a:p>
        </p:txBody>
      </p:sp>
      <p:sp>
        <p:nvSpPr>
          <p:cNvPr id="4" name="Rectangle 3"/>
          <p:cNvSpPr/>
          <p:nvPr/>
        </p:nvSpPr>
        <p:spPr>
          <a:xfrm>
            <a:off x="667512" y="987552"/>
            <a:ext cx="8083296" cy="502920"/>
          </a:xfrm>
          <a:prstGeom prst="rect">
            <a:avLst/>
          </a:prstGeom>
          <a:solidFill>
            <a:srgbClr val="E0ECE4"/>
          </a:solidFill>
          <a:ln w="19050">
            <a:solidFill>
              <a:srgbClr val="6E7F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0">
                <a:solidFill>
                  <a:srgbClr val="20302C"/>
                </a:solidFill>
                <a:latin typeface="Aptos"/>
              </a:rPr>
              <a:t>key_message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563624"/>
            <a:ext cx="1371600" cy="36576"/>
          </a:xfrm>
          <a:prstGeom prst="rect">
            <a:avLst/>
          </a:prstGeom>
          <a:solidFill>
            <a:srgbClr val="B86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1399032"/>
            <a:ext cx="1115568" cy="256032"/>
          </a:xfrm>
          <a:prstGeom prst="roundRect">
            <a:avLst/>
          </a:prstGeom>
          <a:solidFill>
            <a:srgbClr val="E8E1CD"/>
          </a:solidFill>
          <a:ln w="19050">
            <a:solidFill>
              <a:srgbClr val="6E7F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20302C"/>
                </a:solidFill>
                <a:latin typeface="Aptos"/>
              </a:rPr>
              <a:t>accent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5650992"/>
            <a:ext cx="11274552" cy="640080"/>
          </a:xfrm>
          <a:prstGeom prst="rect">
            <a:avLst/>
          </a:prstGeom>
          <a:solidFill>
            <a:srgbClr val="E8F0EA"/>
          </a:solidFill>
          <a:ln w="19050">
            <a:solidFill>
              <a:srgbClr val="6E7F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20302C"/>
                </a:solidFill>
                <a:latin typeface="Aptos"/>
              </a:rPr>
              <a:t>notes</a:t>
            </a:r>
          </a:p>
        </p:txBody>
      </p:sp>
      <p:sp>
        <p:nvSpPr>
          <p:cNvPr id="8" name="Oval 7"/>
          <p:cNvSpPr/>
          <p:nvPr/>
        </p:nvSpPr>
        <p:spPr>
          <a:xfrm>
            <a:off x="9811512" y="411480"/>
            <a:ext cx="1920240" cy="1920240"/>
          </a:xfrm>
          <a:prstGeom prst="ellipse">
            <a:avLst/>
          </a:prstGeom>
          <a:solidFill>
            <a:srgbClr val="C7DCCF"/>
          </a:solidFill>
          <a:ln w="19050">
            <a:solidFill>
              <a:srgbClr val="6E7F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20302C"/>
                </a:solidFill>
                <a:latin typeface="Aptos"/>
              </a:rPr>
              <a:t>icon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764792"/>
            <a:ext cx="4105656" cy="1760219"/>
          </a:xfrm>
          <a:prstGeom prst="roundRect">
            <a:avLst/>
          </a:prstGeom>
          <a:solidFill>
            <a:srgbClr val="D6E6DE"/>
          </a:solidFill>
          <a:ln w="19050">
            <a:solidFill>
              <a:srgbClr val="6E7F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0">
                <a:solidFill>
                  <a:srgbClr val="20302C"/>
                </a:solidFill>
                <a:latin typeface="Aptos"/>
              </a:rPr>
              <a:t/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" y="3104387"/>
            <a:ext cx="1115568" cy="256032"/>
          </a:xfrm>
          <a:prstGeom prst="roundRect">
            <a:avLst/>
          </a:prstGeom>
          <a:solidFill>
            <a:srgbClr val="E9E2CF"/>
          </a:solidFill>
          <a:ln w="19050">
            <a:solidFill>
              <a:srgbClr val="6E7F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20302C"/>
                </a:solidFill>
                <a:latin typeface="Aptos"/>
              </a:rPr>
              <a:t>icon_card</a:t>
            </a:r>
          </a:p>
        </p:txBody>
      </p:sp>
      <p:sp>
        <p:nvSpPr>
          <p:cNvPr id="11" name="Oval 10"/>
          <p:cNvSpPr/>
          <p:nvPr/>
        </p:nvSpPr>
        <p:spPr>
          <a:xfrm>
            <a:off x="658368" y="1965960"/>
            <a:ext cx="512064" cy="512064"/>
          </a:xfrm>
          <a:prstGeom prst="ellipse">
            <a:avLst/>
          </a:prstGeom>
          <a:solidFill>
            <a:srgbClr val="C7DCCF"/>
          </a:solidFill>
          <a:ln w="19050">
            <a:solidFill>
              <a:srgbClr val="6E7F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20302C"/>
                </a:solidFill>
                <a:latin typeface="Aptos"/>
              </a:rPr>
              <a:t>icon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335024" y="2075688"/>
            <a:ext cx="1212311" cy="100584"/>
          </a:xfrm>
          <a:prstGeom prst="roundRect">
            <a:avLst/>
          </a:prstGeom>
          <a:solidFill>
            <a:srgbClr val="203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335024" y="2295144"/>
            <a:ext cx="1540764" cy="100584"/>
          </a:xfrm>
          <a:prstGeom prst="roundRect">
            <a:avLst/>
          </a:prstGeom>
          <a:solidFill>
            <a:srgbClr val="6070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1335024" y="2514600"/>
            <a:ext cx="965972" cy="100584"/>
          </a:xfrm>
          <a:prstGeom prst="roundRect">
            <a:avLst/>
          </a:prstGeom>
          <a:solidFill>
            <a:srgbClr val="6070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855464" y="1764792"/>
            <a:ext cx="4105656" cy="1760219"/>
          </a:xfrm>
          <a:prstGeom prst="roundRect">
            <a:avLst/>
          </a:prstGeom>
          <a:solidFill>
            <a:srgbClr val="D6E6DE"/>
          </a:solidFill>
          <a:ln w="19050">
            <a:solidFill>
              <a:srgbClr val="6E7F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0">
                <a:solidFill>
                  <a:srgbClr val="20302C"/>
                </a:solidFill>
                <a:latin typeface="Aptos"/>
              </a:rPr>
              <a:t/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0056" y="3104387"/>
            <a:ext cx="1115568" cy="256032"/>
          </a:xfrm>
          <a:prstGeom prst="roundRect">
            <a:avLst/>
          </a:prstGeom>
          <a:solidFill>
            <a:srgbClr val="E9E2CF"/>
          </a:solidFill>
          <a:ln w="19050">
            <a:solidFill>
              <a:srgbClr val="6E7F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20302C"/>
                </a:solidFill>
                <a:latin typeface="Aptos"/>
              </a:rPr>
              <a:t>icon_card</a:t>
            </a:r>
          </a:p>
        </p:txBody>
      </p:sp>
      <p:sp>
        <p:nvSpPr>
          <p:cNvPr id="17" name="Oval 16"/>
          <p:cNvSpPr/>
          <p:nvPr/>
        </p:nvSpPr>
        <p:spPr>
          <a:xfrm>
            <a:off x="5056632" y="1965960"/>
            <a:ext cx="512064" cy="512064"/>
          </a:xfrm>
          <a:prstGeom prst="ellipse">
            <a:avLst/>
          </a:prstGeom>
          <a:solidFill>
            <a:srgbClr val="C7DCCF"/>
          </a:solidFill>
          <a:ln w="19050">
            <a:solidFill>
              <a:srgbClr val="6E7F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20302C"/>
                </a:solidFill>
                <a:latin typeface="Aptos"/>
              </a:rPr>
              <a:t>icon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733288" y="2075688"/>
            <a:ext cx="1212311" cy="100584"/>
          </a:xfrm>
          <a:prstGeom prst="roundRect">
            <a:avLst/>
          </a:prstGeom>
          <a:solidFill>
            <a:srgbClr val="203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733288" y="2295144"/>
            <a:ext cx="1540764" cy="100584"/>
          </a:xfrm>
          <a:prstGeom prst="roundRect">
            <a:avLst/>
          </a:prstGeom>
          <a:solidFill>
            <a:srgbClr val="6070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5733288" y="2514600"/>
            <a:ext cx="965972" cy="100584"/>
          </a:xfrm>
          <a:prstGeom prst="roundRect">
            <a:avLst/>
          </a:prstGeom>
          <a:solidFill>
            <a:srgbClr val="6070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457200" y="3781044"/>
            <a:ext cx="4105656" cy="1760219"/>
          </a:xfrm>
          <a:prstGeom prst="roundRect">
            <a:avLst/>
          </a:prstGeom>
          <a:solidFill>
            <a:srgbClr val="D6E6DE"/>
          </a:solidFill>
          <a:ln w="19050">
            <a:solidFill>
              <a:srgbClr val="6E7F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0">
                <a:solidFill>
                  <a:srgbClr val="20302C"/>
                </a:solidFill>
                <a:latin typeface="Aptos"/>
              </a:rPr>
              <a:t/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1792" y="5120640"/>
            <a:ext cx="1115568" cy="256032"/>
          </a:xfrm>
          <a:prstGeom prst="roundRect">
            <a:avLst/>
          </a:prstGeom>
          <a:solidFill>
            <a:srgbClr val="E9E2CF"/>
          </a:solidFill>
          <a:ln w="19050">
            <a:solidFill>
              <a:srgbClr val="6E7F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20302C"/>
                </a:solidFill>
                <a:latin typeface="Aptos"/>
              </a:rPr>
              <a:t>icon_card</a:t>
            </a:r>
          </a:p>
        </p:txBody>
      </p:sp>
      <p:sp>
        <p:nvSpPr>
          <p:cNvPr id="23" name="Oval 22"/>
          <p:cNvSpPr/>
          <p:nvPr/>
        </p:nvSpPr>
        <p:spPr>
          <a:xfrm>
            <a:off x="658368" y="3982211"/>
            <a:ext cx="512064" cy="512064"/>
          </a:xfrm>
          <a:prstGeom prst="ellipse">
            <a:avLst/>
          </a:prstGeom>
          <a:solidFill>
            <a:srgbClr val="C7DCCF"/>
          </a:solidFill>
          <a:ln w="19050">
            <a:solidFill>
              <a:srgbClr val="6E7F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20302C"/>
                </a:solidFill>
                <a:latin typeface="Aptos"/>
              </a:rPr>
              <a:t>icon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335024" y="4091939"/>
            <a:ext cx="1212311" cy="100584"/>
          </a:xfrm>
          <a:prstGeom prst="roundRect">
            <a:avLst/>
          </a:prstGeom>
          <a:solidFill>
            <a:srgbClr val="203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1335024" y="4311396"/>
            <a:ext cx="1540764" cy="100584"/>
          </a:xfrm>
          <a:prstGeom prst="roundRect">
            <a:avLst/>
          </a:prstGeom>
          <a:solidFill>
            <a:srgbClr val="6070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1335024" y="4530852"/>
            <a:ext cx="965972" cy="100584"/>
          </a:xfrm>
          <a:prstGeom prst="roundRect">
            <a:avLst/>
          </a:prstGeom>
          <a:solidFill>
            <a:srgbClr val="6070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4855464" y="3781044"/>
            <a:ext cx="4105656" cy="1760219"/>
          </a:xfrm>
          <a:prstGeom prst="roundRect">
            <a:avLst/>
          </a:prstGeom>
          <a:solidFill>
            <a:srgbClr val="D6E6DE"/>
          </a:solidFill>
          <a:ln w="19050">
            <a:solidFill>
              <a:srgbClr val="6E7F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0">
                <a:solidFill>
                  <a:srgbClr val="20302C"/>
                </a:solidFill>
                <a:latin typeface="Aptos"/>
              </a:rPr>
              <a:t/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020056" y="5120640"/>
            <a:ext cx="1115568" cy="256032"/>
          </a:xfrm>
          <a:prstGeom prst="roundRect">
            <a:avLst/>
          </a:prstGeom>
          <a:solidFill>
            <a:srgbClr val="E9E2CF"/>
          </a:solidFill>
          <a:ln w="19050">
            <a:solidFill>
              <a:srgbClr val="6E7F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20302C"/>
                </a:solidFill>
                <a:latin typeface="Aptos"/>
              </a:rPr>
              <a:t>icon_card</a:t>
            </a:r>
          </a:p>
        </p:txBody>
      </p:sp>
      <p:sp>
        <p:nvSpPr>
          <p:cNvPr id="29" name="Oval 28"/>
          <p:cNvSpPr/>
          <p:nvPr/>
        </p:nvSpPr>
        <p:spPr>
          <a:xfrm>
            <a:off x="5056632" y="3982211"/>
            <a:ext cx="512064" cy="512064"/>
          </a:xfrm>
          <a:prstGeom prst="ellipse">
            <a:avLst/>
          </a:prstGeom>
          <a:solidFill>
            <a:srgbClr val="C7DCCF"/>
          </a:solidFill>
          <a:ln w="19050">
            <a:solidFill>
              <a:srgbClr val="6E7F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20302C"/>
                </a:solidFill>
                <a:latin typeface="Aptos"/>
              </a:rPr>
              <a:t>icon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733288" y="4091939"/>
            <a:ext cx="1212311" cy="100584"/>
          </a:xfrm>
          <a:prstGeom prst="roundRect">
            <a:avLst/>
          </a:prstGeom>
          <a:solidFill>
            <a:srgbClr val="203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5733288" y="4311396"/>
            <a:ext cx="1540764" cy="100584"/>
          </a:xfrm>
          <a:prstGeom prst="roundRect">
            <a:avLst/>
          </a:prstGeom>
          <a:solidFill>
            <a:srgbClr val="6070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5733288" y="4530852"/>
            <a:ext cx="965972" cy="100584"/>
          </a:xfrm>
          <a:prstGeom prst="roundRect">
            <a:avLst/>
          </a:prstGeom>
          <a:solidFill>
            <a:srgbClr val="6070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0564063" y="146304"/>
            <a:ext cx="1115568" cy="256032"/>
          </a:xfrm>
          <a:prstGeom prst="roundRect">
            <a:avLst/>
          </a:prstGeom>
          <a:solidFill>
            <a:srgbClr val="E8E1CD"/>
          </a:solidFill>
          <a:ln w="19050">
            <a:solidFill>
              <a:srgbClr val="6E7F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20302C"/>
                </a:solidFill>
                <a:latin typeface="Aptos"/>
              </a:rPr>
              <a:t>solver · stats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85800" y="457200"/>
            <a:ext cx="8449056" cy="592836"/>
          </a:xfrm>
          <a:prstGeom prst="roundRect">
            <a:avLst/>
          </a:prstGeom>
          <a:solidFill>
            <a:srgbClr val="DDD2B0"/>
          </a:solidFill>
          <a:ln w="19050">
            <a:solidFill>
              <a:srgbClr val="6E7F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>
                <a:solidFill>
                  <a:srgbClr val="20302C"/>
                </a:solidFill>
                <a:latin typeface="Aptos"/>
              </a:rPr>
              <a:t>title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123188"/>
            <a:ext cx="8449056" cy="502920"/>
          </a:xfrm>
          <a:prstGeom prst="rect">
            <a:avLst/>
          </a:prstGeom>
          <a:solidFill>
            <a:srgbClr val="E8E1CD"/>
          </a:solidFill>
          <a:ln w="19050">
            <a:solidFill>
              <a:srgbClr val="6E7F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0">
                <a:solidFill>
                  <a:srgbClr val="20302C"/>
                </a:solidFill>
                <a:latin typeface="Aptos"/>
              </a:rPr>
              <a:t>key_message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699260"/>
            <a:ext cx="1371600" cy="36576"/>
          </a:xfrm>
          <a:prstGeom prst="rect">
            <a:avLst/>
          </a:prstGeom>
          <a:solidFill>
            <a:srgbClr val="B86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1534668"/>
            <a:ext cx="1115568" cy="256032"/>
          </a:xfrm>
          <a:prstGeom prst="roundRect">
            <a:avLst/>
          </a:prstGeom>
          <a:solidFill>
            <a:srgbClr val="E8E1CD"/>
          </a:solidFill>
          <a:ln w="19050">
            <a:solidFill>
              <a:srgbClr val="6E7F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20302C"/>
                </a:solidFill>
                <a:latin typeface="Aptos"/>
              </a:rPr>
              <a:t>accent</a:t>
            </a:r>
          </a:p>
        </p:txBody>
      </p:sp>
      <p:sp>
        <p:nvSpPr>
          <p:cNvPr id="7" name="Oval 6"/>
          <p:cNvSpPr/>
          <p:nvPr/>
        </p:nvSpPr>
        <p:spPr>
          <a:xfrm>
            <a:off x="9811512" y="411480"/>
            <a:ext cx="1920240" cy="1920240"/>
          </a:xfrm>
          <a:prstGeom prst="ellipse">
            <a:avLst/>
          </a:prstGeom>
          <a:solidFill>
            <a:srgbClr val="C7DCCF"/>
          </a:solidFill>
          <a:ln w="19050">
            <a:solidFill>
              <a:srgbClr val="6E7F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20302C"/>
                </a:solidFill>
                <a:latin typeface="Aptos"/>
              </a:rPr>
              <a:t>icon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5650992"/>
            <a:ext cx="11277295" cy="640080"/>
          </a:xfrm>
          <a:prstGeom prst="rect">
            <a:avLst/>
          </a:prstGeom>
          <a:solidFill>
            <a:srgbClr val="F0E8D8"/>
          </a:solidFill>
          <a:ln w="19050">
            <a:solidFill>
              <a:srgbClr val="6E7F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20302C"/>
                </a:solidFill>
                <a:latin typeface="Aptos"/>
              </a:rPr>
              <a:t>notes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973580"/>
            <a:ext cx="2752344" cy="2706624"/>
          </a:xfrm>
          <a:prstGeom prst="roundRect">
            <a:avLst/>
          </a:prstGeom>
          <a:solidFill>
            <a:srgbClr val="D9E8E1"/>
          </a:solidFill>
          <a:ln w="19050">
            <a:solidFill>
              <a:srgbClr val="6E7F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0">
                <a:solidFill>
                  <a:srgbClr val="20302C"/>
                </a:solidFill>
                <a:latin typeface="Aptos"/>
              </a:rPr>
              <a:t>stats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29584" y="1973580"/>
            <a:ext cx="2752344" cy="2706624"/>
          </a:xfrm>
          <a:prstGeom prst="roundRect">
            <a:avLst/>
          </a:prstGeom>
          <a:solidFill>
            <a:srgbClr val="D9E8E1"/>
          </a:solidFill>
          <a:ln w="19050">
            <a:solidFill>
              <a:srgbClr val="6E7F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0">
                <a:solidFill>
                  <a:srgbClr val="20302C"/>
                </a:solidFill>
                <a:latin typeface="Aptos"/>
              </a:rPr>
              <a:t>stats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601968" y="1973580"/>
            <a:ext cx="2752344" cy="2706624"/>
          </a:xfrm>
          <a:prstGeom prst="roundRect">
            <a:avLst/>
          </a:prstGeom>
          <a:solidFill>
            <a:srgbClr val="D9E8E1"/>
          </a:solidFill>
          <a:ln w="19050">
            <a:solidFill>
              <a:srgbClr val="6E7F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0">
                <a:solidFill>
                  <a:srgbClr val="20302C"/>
                </a:solidFill>
                <a:latin typeface="Aptos"/>
              </a:rPr>
              <a:t>stats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4791456"/>
            <a:ext cx="8897112" cy="658367"/>
          </a:xfrm>
          <a:prstGeom prst="rect">
            <a:avLst/>
          </a:prstGeom>
          <a:solidFill>
            <a:srgbClr val="E8E1CD"/>
          </a:solidFill>
          <a:ln w="19050">
            <a:solidFill>
              <a:srgbClr val="6E7F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0">
                <a:solidFill>
                  <a:srgbClr val="20302C"/>
                </a:solidFill>
                <a:latin typeface="Aptos"/>
              </a:rPr>
              <a:t>footer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0564063" y="146304"/>
            <a:ext cx="1115568" cy="256032"/>
          </a:xfrm>
          <a:prstGeom prst="roundRect">
            <a:avLst/>
          </a:prstGeom>
          <a:solidFill>
            <a:srgbClr val="DDE8E1"/>
          </a:solidFill>
          <a:ln w="19050">
            <a:solidFill>
              <a:srgbClr val="6E7F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20302C"/>
                </a:solidFill>
                <a:latin typeface="Aptos"/>
              </a:rPr>
              <a:t>blueprint · stats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67512" y="457200"/>
            <a:ext cx="8083296" cy="457200"/>
          </a:xfrm>
          <a:prstGeom prst="roundRect">
            <a:avLst/>
          </a:prstGeom>
          <a:solidFill>
            <a:srgbClr val="CFE0D2"/>
          </a:solidFill>
          <a:ln w="19050">
            <a:solidFill>
              <a:srgbClr val="6E7F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>
                <a:solidFill>
                  <a:srgbClr val="20302C"/>
                </a:solidFill>
                <a:latin typeface="Aptos"/>
              </a:rPr>
              <a:t>title</a:t>
            </a:r>
          </a:p>
        </p:txBody>
      </p:sp>
      <p:sp>
        <p:nvSpPr>
          <p:cNvPr id="4" name="Rectangle 3"/>
          <p:cNvSpPr/>
          <p:nvPr/>
        </p:nvSpPr>
        <p:spPr>
          <a:xfrm>
            <a:off x="667512" y="987552"/>
            <a:ext cx="8083296" cy="502920"/>
          </a:xfrm>
          <a:prstGeom prst="rect">
            <a:avLst/>
          </a:prstGeom>
          <a:solidFill>
            <a:srgbClr val="E0ECE4"/>
          </a:solidFill>
          <a:ln w="19050">
            <a:solidFill>
              <a:srgbClr val="6E7F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0">
                <a:solidFill>
                  <a:srgbClr val="20302C"/>
                </a:solidFill>
                <a:latin typeface="Aptos"/>
              </a:rPr>
              <a:t>key_message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563624"/>
            <a:ext cx="1371600" cy="36576"/>
          </a:xfrm>
          <a:prstGeom prst="rect">
            <a:avLst/>
          </a:prstGeom>
          <a:solidFill>
            <a:srgbClr val="B86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1399032"/>
            <a:ext cx="1115568" cy="256032"/>
          </a:xfrm>
          <a:prstGeom prst="roundRect">
            <a:avLst/>
          </a:prstGeom>
          <a:solidFill>
            <a:srgbClr val="E8E1CD"/>
          </a:solidFill>
          <a:ln w="19050">
            <a:solidFill>
              <a:srgbClr val="6E7F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20302C"/>
                </a:solidFill>
                <a:latin typeface="Aptos"/>
              </a:rPr>
              <a:t>accent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5650992"/>
            <a:ext cx="11274552" cy="640080"/>
          </a:xfrm>
          <a:prstGeom prst="rect">
            <a:avLst/>
          </a:prstGeom>
          <a:solidFill>
            <a:srgbClr val="E8F0EA"/>
          </a:solidFill>
          <a:ln w="19050">
            <a:solidFill>
              <a:srgbClr val="6E7F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20302C"/>
                </a:solidFill>
                <a:latin typeface="Aptos"/>
              </a:rPr>
              <a:t>notes</a:t>
            </a:r>
          </a:p>
        </p:txBody>
      </p:sp>
      <p:sp>
        <p:nvSpPr>
          <p:cNvPr id="8" name="Oval 7"/>
          <p:cNvSpPr/>
          <p:nvPr/>
        </p:nvSpPr>
        <p:spPr>
          <a:xfrm>
            <a:off x="9811512" y="411480"/>
            <a:ext cx="1920240" cy="1920240"/>
          </a:xfrm>
          <a:prstGeom prst="ellipse">
            <a:avLst/>
          </a:prstGeom>
          <a:solidFill>
            <a:srgbClr val="C7DCCF"/>
          </a:solidFill>
          <a:ln w="19050">
            <a:solidFill>
              <a:srgbClr val="6E7F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20302C"/>
                </a:solidFill>
                <a:latin typeface="Aptos"/>
              </a:rPr>
              <a:t>icon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764792"/>
            <a:ext cx="2621280" cy="1705173"/>
          </a:xfrm>
          <a:prstGeom prst="roundRect">
            <a:avLst/>
          </a:prstGeom>
          <a:solidFill>
            <a:srgbClr val="D6E6DE"/>
          </a:solidFill>
          <a:ln w="19050">
            <a:solidFill>
              <a:srgbClr val="6E7F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0">
                <a:solidFill>
                  <a:srgbClr val="20302C"/>
                </a:solidFill>
                <a:latin typeface="Aptos"/>
              </a:rPr>
              <a:t>stats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98520" y="1764792"/>
            <a:ext cx="2621280" cy="1705173"/>
          </a:xfrm>
          <a:prstGeom prst="roundRect">
            <a:avLst/>
          </a:prstGeom>
          <a:solidFill>
            <a:srgbClr val="D6E6DE"/>
          </a:solidFill>
          <a:ln w="19050">
            <a:solidFill>
              <a:srgbClr val="6E7F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0">
                <a:solidFill>
                  <a:srgbClr val="20302C"/>
                </a:solidFill>
                <a:latin typeface="Aptos"/>
              </a:rPr>
              <a:t>stats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39840" y="1764792"/>
            <a:ext cx="2621280" cy="1705173"/>
          </a:xfrm>
          <a:prstGeom prst="roundRect">
            <a:avLst/>
          </a:prstGeom>
          <a:solidFill>
            <a:srgbClr val="D6E6DE"/>
          </a:solidFill>
          <a:ln w="19050">
            <a:solidFill>
              <a:srgbClr val="6E7F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0">
                <a:solidFill>
                  <a:srgbClr val="20302C"/>
                </a:solidFill>
                <a:latin typeface="Aptos"/>
              </a:rPr>
              <a:t>stats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4882896"/>
            <a:ext cx="8503920" cy="658368"/>
          </a:xfrm>
          <a:prstGeom prst="rect">
            <a:avLst/>
          </a:prstGeom>
          <a:solidFill>
            <a:srgbClr val="E0ECE4"/>
          </a:solidFill>
          <a:ln w="19050">
            <a:solidFill>
              <a:srgbClr val="6E7F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0">
                <a:solidFill>
                  <a:srgbClr val="20302C"/>
                </a:solidFill>
                <a:latin typeface="Aptos"/>
              </a:rPr>
              <a:t>footer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0564063" y="146304"/>
            <a:ext cx="1115568" cy="256032"/>
          </a:xfrm>
          <a:prstGeom prst="roundRect">
            <a:avLst/>
          </a:prstGeom>
          <a:solidFill>
            <a:srgbClr val="E8E1CD"/>
          </a:solidFill>
          <a:ln w="19050">
            <a:solidFill>
              <a:srgbClr val="6E7F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20302C"/>
                </a:solidFill>
                <a:latin typeface="Aptos"/>
              </a:rPr>
              <a:t>solver · comparison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85800" y="457200"/>
            <a:ext cx="8449056" cy="592836"/>
          </a:xfrm>
          <a:prstGeom prst="roundRect">
            <a:avLst/>
          </a:prstGeom>
          <a:solidFill>
            <a:srgbClr val="DDD2B0"/>
          </a:solidFill>
          <a:ln w="19050">
            <a:solidFill>
              <a:srgbClr val="6E7F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>
                <a:solidFill>
                  <a:srgbClr val="20302C"/>
                </a:solidFill>
                <a:latin typeface="Aptos"/>
              </a:rPr>
              <a:t>title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123188"/>
            <a:ext cx="8449056" cy="502920"/>
          </a:xfrm>
          <a:prstGeom prst="rect">
            <a:avLst/>
          </a:prstGeom>
          <a:solidFill>
            <a:srgbClr val="E8E1CD"/>
          </a:solidFill>
          <a:ln w="19050">
            <a:solidFill>
              <a:srgbClr val="6E7F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0">
                <a:solidFill>
                  <a:srgbClr val="20302C"/>
                </a:solidFill>
                <a:latin typeface="Aptos"/>
              </a:rPr>
              <a:t>key_message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699260"/>
            <a:ext cx="1371600" cy="36576"/>
          </a:xfrm>
          <a:prstGeom prst="rect">
            <a:avLst/>
          </a:prstGeom>
          <a:solidFill>
            <a:srgbClr val="B86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1534668"/>
            <a:ext cx="1115568" cy="256032"/>
          </a:xfrm>
          <a:prstGeom prst="roundRect">
            <a:avLst/>
          </a:prstGeom>
          <a:solidFill>
            <a:srgbClr val="E8E1CD"/>
          </a:solidFill>
          <a:ln w="19050">
            <a:solidFill>
              <a:srgbClr val="6E7F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20302C"/>
                </a:solidFill>
                <a:latin typeface="Aptos"/>
              </a:rPr>
              <a:t>accent</a:t>
            </a:r>
          </a:p>
        </p:txBody>
      </p:sp>
      <p:sp>
        <p:nvSpPr>
          <p:cNvPr id="7" name="Oval 6"/>
          <p:cNvSpPr/>
          <p:nvPr/>
        </p:nvSpPr>
        <p:spPr>
          <a:xfrm>
            <a:off x="9811512" y="411480"/>
            <a:ext cx="1920240" cy="1920240"/>
          </a:xfrm>
          <a:prstGeom prst="ellipse">
            <a:avLst/>
          </a:prstGeom>
          <a:solidFill>
            <a:srgbClr val="C7DCCF"/>
          </a:solidFill>
          <a:ln w="19050">
            <a:solidFill>
              <a:srgbClr val="6E7F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20302C"/>
                </a:solidFill>
                <a:latin typeface="Aptos"/>
              </a:rPr>
              <a:t>icon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5650992"/>
            <a:ext cx="11277295" cy="640080"/>
          </a:xfrm>
          <a:prstGeom prst="rect">
            <a:avLst/>
          </a:prstGeom>
          <a:solidFill>
            <a:srgbClr val="F0E8D8"/>
          </a:solidFill>
          <a:ln w="19050">
            <a:solidFill>
              <a:srgbClr val="6E7F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20302C"/>
                </a:solidFill>
                <a:latin typeface="Aptos"/>
              </a:rPr>
              <a:t>notes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900428"/>
            <a:ext cx="4334256" cy="3549395"/>
          </a:xfrm>
          <a:prstGeom prst="rect">
            <a:avLst/>
          </a:prstGeom>
          <a:solidFill>
            <a:srgbClr val="D9E8E1"/>
          </a:solidFill>
          <a:ln w="19050">
            <a:solidFill>
              <a:srgbClr val="6E7F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0">
                <a:solidFill>
                  <a:srgbClr val="20302C"/>
                </a:solidFill>
                <a:latin typeface="Aptos"/>
              </a:rPr>
              <a:t>comparison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0056" y="1900428"/>
            <a:ext cx="4334256" cy="3549395"/>
          </a:xfrm>
          <a:prstGeom prst="rect">
            <a:avLst/>
          </a:prstGeom>
          <a:solidFill>
            <a:srgbClr val="D9E8E1"/>
          </a:solidFill>
          <a:ln w="19050">
            <a:solidFill>
              <a:srgbClr val="6E7F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0">
                <a:solidFill>
                  <a:srgbClr val="20302C"/>
                </a:solidFill>
                <a:latin typeface="Aptos"/>
              </a:rPr>
              <a:t>comparison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0564063" y="146304"/>
            <a:ext cx="1115568" cy="256032"/>
          </a:xfrm>
          <a:prstGeom prst="roundRect">
            <a:avLst/>
          </a:prstGeom>
          <a:solidFill>
            <a:srgbClr val="DDE8E1"/>
          </a:solidFill>
          <a:ln w="19050">
            <a:solidFill>
              <a:srgbClr val="6E7F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20302C"/>
                </a:solidFill>
                <a:latin typeface="Aptos"/>
              </a:rPr>
              <a:t>blueprint · comparison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67512" y="457200"/>
            <a:ext cx="8083296" cy="457200"/>
          </a:xfrm>
          <a:prstGeom prst="roundRect">
            <a:avLst/>
          </a:prstGeom>
          <a:solidFill>
            <a:srgbClr val="CFE0D2"/>
          </a:solidFill>
          <a:ln w="19050">
            <a:solidFill>
              <a:srgbClr val="6E7F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>
                <a:solidFill>
                  <a:srgbClr val="20302C"/>
                </a:solidFill>
                <a:latin typeface="Aptos"/>
              </a:rPr>
              <a:t>title</a:t>
            </a:r>
          </a:p>
        </p:txBody>
      </p:sp>
      <p:sp>
        <p:nvSpPr>
          <p:cNvPr id="4" name="Rectangle 3"/>
          <p:cNvSpPr/>
          <p:nvPr/>
        </p:nvSpPr>
        <p:spPr>
          <a:xfrm>
            <a:off x="667512" y="987552"/>
            <a:ext cx="8083296" cy="502920"/>
          </a:xfrm>
          <a:prstGeom prst="rect">
            <a:avLst/>
          </a:prstGeom>
          <a:solidFill>
            <a:srgbClr val="E0ECE4"/>
          </a:solidFill>
          <a:ln w="19050">
            <a:solidFill>
              <a:srgbClr val="6E7F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0">
                <a:solidFill>
                  <a:srgbClr val="20302C"/>
                </a:solidFill>
                <a:latin typeface="Aptos"/>
              </a:rPr>
              <a:t>key_message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563624"/>
            <a:ext cx="1371600" cy="36576"/>
          </a:xfrm>
          <a:prstGeom prst="rect">
            <a:avLst/>
          </a:prstGeom>
          <a:solidFill>
            <a:srgbClr val="B86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1399032"/>
            <a:ext cx="1115568" cy="256032"/>
          </a:xfrm>
          <a:prstGeom prst="roundRect">
            <a:avLst/>
          </a:prstGeom>
          <a:solidFill>
            <a:srgbClr val="E8E1CD"/>
          </a:solidFill>
          <a:ln w="19050">
            <a:solidFill>
              <a:srgbClr val="6E7F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20302C"/>
                </a:solidFill>
                <a:latin typeface="Aptos"/>
              </a:rPr>
              <a:t>accent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5650992"/>
            <a:ext cx="11274552" cy="640080"/>
          </a:xfrm>
          <a:prstGeom prst="rect">
            <a:avLst/>
          </a:prstGeom>
          <a:solidFill>
            <a:srgbClr val="E8F0EA"/>
          </a:solidFill>
          <a:ln w="19050">
            <a:solidFill>
              <a:srgbClr val="6E7F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20302C"/>
                </a:solidFill>
                <a:latin typeface="Aptos"/>
              </a:rPr>
              <a:t>notes</a:t>
            </a:r>
          </a:p>
        </p:txBody>
      </p:sp>
      <p:sp>
        <p:nvSpPr>
          <p:cNvPr id="8" name="Oval 7"/>
          <p:cNvSpPr/>
          <p:nvPr/>
        </p:nvSpPr>
        <p:spPr>
          <a:xfrm>
            <a:off x="9811512" y="411480"/>
            <a:ext cx="1920240" cy="1920240"/>
          </a:xfrm>
          <a:prstGeom prst="ellipse">
            <a:avLst/>
          </a:prstGeom>
          <a:solidFill>
            <a:srgbClr val="C7DCCF"/>
          </a:solidFill>
          <a:ln w="19050">
            <a:solidFill>
              <a:srgbClr val="6E7F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20302C"/>
                </a:solidFill>
                <a:latin typeface="Aptos"/>
              </a:rPr>
              <a:t>icon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764792"/>
            <a:ext cx="4137660" cy="3776472"/>
          </a:xfrm>
          <a:prstGeom prst="rect">
            <a:avLst/>
          </a:prstGeom>
          <a:solidFill>
            <a:srgbClr val="D6E6DE"/>
          </a:solidFill>
          <a:ln w="19050">
            <a:solidFill>
              <a:srgbClr val="6E7F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0">
                <a:solidFill>
                  <a:srgbClr val="20302C"/>
                </a:solidFill>
                <a:latin typeface="Aptos"/>
              </a:rPr>
              <a:t>comparison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4823460" y="1764792"/>
            <a:ext cx="4137660" cy="3776472"/>
          </a:xfrm>
          <a:prstGeom prst="rect">
            <a:avLst/>
          </a:prstGeom>
          <a:solidFill>
            <a:srgbClr val="D6E6DE"/>
          </a:solidFill>
          <a:ln w="19050">
            <a:solidFill>
              <a:srgbClr val="6E7F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0">
                <a:solidFill>
                  <a:srgbClr val="20302C"/>
                </a:solidFill>
                <a:latin typeface="Aptos"/>
              </a:rPr>
              <a:t>comparison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0564063" y="146304"/>
            <a:ext cx="1115568" cy="256032"/>
          </a:xfrm>
          <a:prstGeom prst="roundRect">
            <a:avLst/>
          </a:prstGeom>
          <a:solidFill>
            <a:srgbClr val="E8E1CD"/>
          </a:solidFill>
          <a:ln w="19050">
            <a:solidFill>
              <a:srgbClr val="6E7F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20302C"/>
                </a:solidFill>
                <a:latin typeface="Aptos"/>
              </a:rPr>
              <a:t>solver · timeline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85800" y="457200"/>
            <a:ext cx="8449056" cy="592836"/>
          </a:xfrm>
          <a:prstGeom prst="roundRect">
            <a:avLst/>
          </a:prstGeom>
          <a:solidFill>
            <a:srgbClr val="DDD2B0"/>
          </a:solidFill>
          <a:ln w="19050">
            <a:solidFill>
              <a:srgbClr val="6E7F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>
                <a:solidFill>
                  <a:srgbClr val="20302C"/>
                </a:solidFill>
                <a:latin typeface="Aptos"/>
              </a:rPr>
              <a:t>title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123188"/>
            <a:ext cx="8449056" cy="502920"/>
          </a:xfrm>
          <a:prstGeom prst="rect">
            <a:avLst/>
          </a:prstGeom>
          <a:solidFill>
            <a:srgbClr val="E8E1CD"/>
          </a:solidFill>
          <a:ln w="19050">
            <a:solidFill>
              <a:srgbClr val="6E7F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0">
                <a:solidFill>
                  <a:srgbClr val="20302C"/>
                </a:solidFill>
                <a:latin typeface="Aptos"/>
              </a:rPr>
              <a:t>key_message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699260"/>
            <a:ext cx="1371600" cy="36576"/>
          </a:xfrm>
          <a:prstGeom prst="rect">
            <a:avLst/>
          </a:prstGeom>
          <a:solidFill>
            <a:srgbClr val="B86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1534668"/>
            <a:ext cx="1115568" cy="256032"/>
          </a:xfrm>
          <a:prstGeom prst="roundRect">
            <a:avLst/>
          </a:prstGeom>
          <a:solidFill>
            <a:srgbClr val="E8E1CD"/>
          </a:solidFill>
          <a:ln w="19050">
            <a:solidFill>
              <a:srgbClr val="6E7F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20302C"/>
                </a:solidFill>
                <a:latin typeface="Aptos"/>
              </a:rPr>
              <a:t>accent</a:t>
            </a:r>
          </a:p>
        </p:txBody>
      </p:sp>
      <p:sp>
        <p:nvSpPr>
          <p:cNvPr id="7" name="Oval 6"/>
          <p:cNvSpPr/>
          <p:nvPr/>
        </p:nvSpPr>
        <p:spPr>
          <a:xfrm>
            <a:off x="9811512" y="411480"/>
            <a:ext cx="1920240" cy="1920240"/>
          </a:xfrm>
          <a:prstGeom prst="ellipse">
            <a:avLst/>
          </a:prstGeom>
          <a:solidFill>
            <a:srgbClr val="C7DCCF"/>
          </a:solidFill>
          <a:ln w="19050">
            <a:solidFill>
              <a:srgbClr val="6E7F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20302C"/>
                </a:solidFill>
                <a:latin typeface="Aptos"/>
              </a:rPr>
              <a:t>icon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5650992"/>
            <a:ext cx="11277295" cy="640080"/>
          </a:xfrm>
          <a:prstGeom prst="rect">
            <a:avLst/>
          </a:prstGeom>
          <a:solidFill>
            <a:srgbClr val="F0E8D8"/>
          </a:solidFill>
          <a:ln w="19050">
            <a:solidFill>
              <a:srgbClr val="6E7F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20302C"/>
                </a:solidFill>
                <a:latin typeface="Aptos"/>
              </a:rPr>
              <a:t>notes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005840" y="1900428"/>
            <a:ext cx="0" cy="3549396"/>
          </a:xfrm>
          <a:prstGeom prst="line">
            <a:avLst/>
          </a:prstGeom>
          <a:ln w="31750">
            <a:solidFill>
              <a:srgbClr val="6588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1133856" y="1900428"/>
            <a:ext cx="1115568" cy="256032"/>
          </a:xfrm>
          <a:prstGeom prst="roundRect">
            <a:avLst/>
          </a:prstGeom>
          <a:solidFill>
            <a:srgbClr val="E8E1CD"/>
          </a:solidFill>
          <a:ln w="19050">
            <a:solidFill>
              <a:srgbClr val="6E7F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20302C"/>
                </a:solidFill>
                <a:latin typeface="Aptos"/>
              </a:rPr>
              <a:t>timeline</a:t>
            </a:r>
          </a:p>
        </p:txBody>
      </p:sp>
      <p:sp>
        <p:nvSpPr>
          <p:cNvPr id="11" name="Oval 10"/>
          <p:cNvSpPr/>
          <p:nvPr/>
        </p:nvSpPr>
        <p:spPr>
          <a:xfrm>
            <a:off x="896112" y="1937004"/>
            <a:ext cx="219456" cy="219456"/>
          </a:xfrm>
          <a:prstGeom prst="ellipse">
            <a:avLst/>
          </a:prstGeom>
          <a:solidFill>
            <a:srgbClr val="658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325880" y="1863852"/>
            <a:ext cx="8028431" cy="603371"/>
          </a:xfrm>
          <a:prstGeom prst="roundRect">
            <a:avLst/>
          </a:prstGeom>
          <a:solidFill>
            <a:srgbClr val="E8E1CD"/>
          </a:solidFill>
          <a:ln w="19050">
            <a:solidFill>
              <a:srgbClr val="6E7F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0">
                <a:solidFill>
                  <a:srgbClr val="20302C"/>
                </a:solidFill>
                <a:latin typeface="Aptos"/>
              </a:rPr>
              <a:t>timeline</a:t>
            </a:r>
          </a:p>
        </p:txBody>
      </p:sp>
      <p:sp>
        <p:nvSpPr>
          <p:cNvPr id="13" name="Oval 12"/>
          <p:cNvSpPr/>
          <p:nvPr/>
        </p:nvSpPr>
        <p:spPr>
          <a:xfrm>
            <a:off x="896112" y="2646852"/>
            <a:ext cx="219456" cy="219456"/>
          </a:xfrm>
          <a:prstGeom prst="ellipse">
            <a:avLst/>
          </a:prstGeom>
          <a:solidFill>
            <a:srgbClr val="658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1325880" y="2573700"/>
            <a:ext cx="8028431" cy="603371"/>
          </a:xfrm>
          <a:prstGeom prst="roundRect">
            <a:avLst/>
          </a:prstGeom>
          <a:solidFill>
            <a:srgbClr val="E8E1CD"/>
          </a:solidFill>
          <a:ln w="19050">
            <a:solidFill>
              <a:srgbClr val="6E7F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0">
                <a:solidFill>
                  <a:srgbClr val="20302C"/>
                </a:solidFill>
                <a:latin typeface="Aptos"/>
              </a:rPr>
              <a:t>timeline</a:t>
            </a:r>
          </a:p>
        </p:txBody>
      </p:sp>
      <p:sp>
        <p:nvSpPr>
          <p:cNvPr id="15" name="Oval 14"/>
          <p:cNvSpPr/>
          <p:nvPr/>
        </p:nvSpPr>
        <p:spPr>
          <a:xfrm>
            <a:off x="896112" y="3356701"/>
            <a:ext cx="219456" cy="219456"/>
          </a:xfrm>
          <a:prstGeom prst="ellipse">
            <a:avLst/>
          </a:prstGeom>
          <a:solidFill>
            <a:srgbClr val="658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1325880" y="3283549"/>
            <a:ext cx="8028431" cy="603371"/>
          </a:xfrm>
          <a:prstGeom prst="roundRect">
            <a:avLst/>
          </a:prstGeom>
          <a:solidFill>
            <a:srgbClr val="E8E1CD"/>
          </a:solidFill>
          <a:ln w="19050">
            <a:solidFill>
              <a:srgbClr val="6E7F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0">
                <a:solidFill>
                  <a:srgbClr val="20302C"/>
                </a:solidFill>
                <a:latin typeface="Aptos"/>
              </a:rPr>
              <a:t>timeline</a:t>
            </a:r>
          </a:p>
        </p:txBody>
      </p:sp>
      <p:sp>
        <p:nvSpPr>
          <p:cNvPr id="17" name="Oval 16"/>
          <p:cNvSpPr/>
          <p:nvPr/>
        </p:nvSpPr>
        <p:spPr>
          <a:xfrm>
            <a:off x="896112" y="4066550"/>
            <a:ext cx="219456" cy="219456"/>
          </a:xfrm>
          <a:prstGeom prst="ellipse">
            <a:avLst/>
          </a:prstGeom>
          <a:solidFill>
            <a:srgbClr val="658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325880" y="3993398"/>
            <a:ext cx="8028431" cy="603371"/>
          </a:xfrm>
          <a:prstGeom prst="roundRect">
            <a:avLst/>
          </a:prstGeom>
          <a:solidFill>
            <a:srgbClr val="E8E1CD"/>
          </a:solidFill>
          <a:ln w="19050">
            <a:solidFill>
              <a:srgbClr val="6E7F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0">
                <a:solidFill>
                  <a:srgbClr val="20302C"/>
                </a:solidFill>
                <a:latin typeface="Aptos"/>
              </a:rPr>
              <a:t>timeline</a:t>
            </a:r>
          </a:p>
        </p:txBody>
      </p:sp>
      <p:sp>
        <p:nvSpPr>
          <p:cNvPr id="19" name="Oval 18"/>
          <p:cNvSpPr/>
          <p:nvPr/>
        </p:nvSpPr>
        <p:spPr>
          <a:xfrm>
            <a:off x="896112" y="4776398"/>
            <a:ext cx="219456" cy="219456"/>
          </a:xfrm>
          <a:prstGeom prst="ellipse">
            <a:avLst/>
          </a:prstGeom>
          <a:solidFill>
            <a:srgbClr val="658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1325880" y="4703246"/>
            <a:ext cx="8028431" cy="603371"/>
          </a:xfrm>
          <a:prstGeom prst="roundRect">
            <a:avLst/>
          </a:prstGeom>
          <a:solidFill>
            <a:srgbClr val="E8E1CD"/>
          </a:solidFill>
          <a:ln w="19050">
            <a:solidFill>
              <a:srgbClr val="6E7F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0">
                <a:solidFill>
                  <a:srgbClr val="20302C"/>
                </a:solidFill>
                <a:latin typeface="Aptos"/>
              </a:rPr>
              <a:t>timeline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0564063" y="146304"/>
            <a:ext cx="1115568" cy="256032"/>
          </a:xfrm>
          <a:prstGeom prst="roundRect">
            <a:avLst/>
          </a:prstGeom>
          <a:solidFill>
            <a:srgbClr val="DDE8E1"/>
          </a:solidFill>
          <a:ln w="19050">
            <a:solidFill>
              <a:srgbClr val="6E7F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20302C"/>
                </a:solidFill>
                <a:latin typeface="Aptos"/>
              </a:rPr>
              <a:t>blueprint · timeline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67512" y="457200"/>
            <a:ext cx="8083296" cy="457200"/>
          </a:xfrm>
          <a:prstGeom prst="roundRect">
            <a:avLst/>
          </a:prstGeom>
          <a:solidFill>
            <a:srgbClr val="CFE0D2"/>
          </a:solidFill>
          <a:ln w="19050">
            <a:solidFill>
              <a:srgbClr val="6E7F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>
                <a:solidFill>
                  <a:srgbClr val="20302C"/>
                </a:solidFill>
                <a:latin typeface="Aptos"/>
              </a:rPr>
              <a:t>title</a:t>
            </a:r>
          </a:p>
        </p:txBody>
      </p:sp>
      <p:sp>
        <p:nvSpPr>
          <p:cNvPr id="4" name="Rectangle 3"/>
          <p:cNvSpPr/>
          <p:nvPr/>
        </p:nvSpPr>
        <p:spPr>
          <a:xfrm>
            <a:off x="667512" y="987552"/>
            <a:ext cx="8083296" cy="502920"/>
          </a:xfrm>
          <a:prstGeom prst="rect">
            <a:avLst/>
          </a:prstGeom>
          <a:solidFill>
            <a:srgbClr val="E0ECE4"/>
          </a:solidFill>
          <a:ln w="19050">
            <a:solidFill>
              <a:srgbClr val="6E7F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0">
                <a:solidFill>
                  <a:srgbClr val="20302C"/>
                </a:solidFill>
                <a:latin typeface="Aptos"/>
              </a:rPr>
              <a:t>key_message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563624"/>
            <a:ext cx="1371600" cy="36576"/>
          </a:xfrm>
          <a:prstGeom prst="rect">
            <a:avLst/>
          </a:prstGeom>
          <a:solidFill>
            <a:srgbClr val="B86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1399032"/>
            <a:ext cx="1115568" cy="256032"/>
          </a:xfrm>
          <a:prstGeom prst="roundRect">
            <a:avLst/>
          </a:prstGeom>
          <a:solidFill>
            <a:srgbClr val="E8E1CD"/>
          </a:solidFill>
          <a:ln w="19050">
            <a:solidFill>
              <a:srgbClr val="6E7F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20302C"/>
                </a:solidFill>
                <a:latin typeface="Aptos"/>
              </a:rPr>
              <a:t>accent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5650992"/>
            <a:ext cx="11274552" cy="640080"/>
          </a:xfrm>
          <a:prstGeom prst="rect">
            <a:avLst/>
          </a:prstGeom>
          <a:solidFill>
            <a:srgbClr val="E8F0EA"/>
          </a:solidFill>
          <a:ln w="19050">
            <a:solidFill>
              <a:srgbClr val="6E7F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20302C"/>
                </a:solidFill>
                <a:latin typeface="Aptos"/>
              </a:rPr>
              <a:t>notes</a:t>
            </a:r>
          </a:p>
        </p:txBody>
      </p:sp>
      <p:sp>
        <p:nvSpPr>
          <p:cNvPr id="8" name="Oval 7"/>
          <p:cNvSpPr/>
          <p:nvPr/>
        </p:nvSpPr>
        <p:spPr>
          <a:xfrm>
            <a:off x="9811512" y="411480"/>
            <a:ext cx="1920240" cy="1920240"/>
          </a:xfrm>
          <a:prstGeom prst="ellipse">
            <a:avLst/>
          </a:prstGeom>
          <a:solidFill>
            <a:srgbClr val="C7DCCF"/>
          </a:solidFill>
          <a:ln w="19050">
            <a:solidFill>
              <a:srgbClr val="6E7F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20302C"/>
                </a:solidFill>
                <a:latin typeface="Aptos"/>
              </a:rPr>
              <a:t>icon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005840" y="1764792"/>
            <a:ext cx="0" cy="3776472"/>
          </a:xfrm>
          <a:prstGeom prst="line">
            <a:avLst/>
          </a:prstGeom>
          <a:ln w="31750">
            <a:solidFill>
              <a:srgbClr val="6588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1133856" y="1764792"/>
            <a:ext cx="1115568" cy="256032"/>
          </a:xfrm>
          <a:prstGeom prst="roundRect">
            <a:avLst/>
          </a:prstGeom>
          <a:solidFill>
            <a:srgbClr val="E8E1CD"/>
          </a:solidFill>
          <a:ln w="19050">
            <a:solidFill>
              <a:srgbClr val="6E7F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20302C"/>
                </a:solidFill>
                <a:latin typeface="Aptos"/>
              </a:rPr>
              <a:t>timeline</a:t>
            </a:r>
          </a:p>
        </p:txBody>
      </p:sp>
      <p:sp>
        <p:nvSpPr>
          <p:cNvPr id="11" name="Oval 10"/>
          <p:cNvSpPr/>
          <p:nvPr/>
        </p:nvSpPr>
        <p:spPr>
          <a:xfrm>
            <a:off x="896112" y="1837943"/>
            <a:ext cx="219456" cy="219456"/>
          </a:xfrm>
          <a:prstGeom prst="ellipse">
            <a:avLst/>
          </a:prstGeom>
          <a:solidFill>
            <a:srgbClr val="658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325880" y="1764792"/>
            <a:ext cx="7635240" cy="619341"/>
          </a:xfrm>
          <a:prstGeom prst="roundRect">
            <a:avLst/>
          </a:prstGeom>
          <a:solidFill>
            <a:srgbClr val="E8E1CD"/>
          </a:solidFill>
          <a:ln w="19050">
            <a:solidFill>
              <a:srgbClr val="6E7F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0">
                <a:solidFill>
                  <a:srgbClr val="20302C"/>
                </a:solidFill>
                <a:latin typeface="Aptos"/>
              </a:rPr>
              <a:t>timeline</a:t>
            </a:r>
          </a:p>
        </p:txBody>
      </p:sp>
      <p:sp>
        <p:nvSpPr>
          <p:cNvPr id="13" name="Oval 12"/>
          <p:cNvSpPr/>
          <p:nvPr/>
        </p:nvSpPr>
        <p:spPr>
          <a:xfrm>
            <a:off x="896112" y="2593238"/>
            <a:ext cx="219456" cy="219456"/>
          </a:xfrm>
          <a:prstGeom prst="ellipse">
            <a:avLst/>
          </a:prstGeom>
          <a:solidFill>
            <a:srgbClr val="658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1325880" y="2520086"/>
            <a:ext cx="7635240" cy="619341"/>
          </a:xfrm>
          <a:prstGeom prst="roundRect">
            <a:avLst/>
          </a:prstGeom>
          <a:solidFill>
            <a:srgbClr val="E8E1CD"/>
          </a:solidFill>
          <a:ln w="19050">
            <a:solidFill>
              <a:srgbClr val="6E7F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0">
                <a:solidFill>
                  <a:srgbClr val="20302C"/>
                </a:solidFill>
                <a:latin typeface="Aptos"/>
              </a:rPr>
              <a:t>timeline</a:t>
            </a:r>
          </a:p>
        </p:txBody>
      </p:sp>
      <p:sp>
        <p:nvSpPr>
          <p:cNvPr id="15" name="Oval 14"/>
          <p:cNvSpPr/>
          <p:nvPr/>
        </p:nvSpPr>
        <p:spPr>
          <a:xfrm>
            <a:off x="896112" y="3348532"/>
            <a:ext cx="219456" cy="219456"/>
          </a:xfrm>
          <a:prstGeom prst="ellipse">
            <a:avLst/>
          </a:prstGeom>
          <a:solidFill>
            <a:srgbClr val="658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1325880" y="3275380"/>
            <a:ext cx="7635240" cy="619341"/>
          </a:xfrm>
          <a:prstGeom prst="roundRect">
            <a:avLst/>
          </a:prstGeom>
          <a:solidFill>
            <a:srgbClr val="E8E1CD"/>
          </a:solidFill>
          <a:ln w="19050">
            <a:solidFill>
              <a:srgbClr val="6E7F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0">
                <a:solidFill>
                  <a:srgbClr val="20302C"/>
                </a:solidFill>
                <a:latin typeface="Aptos"/>
              </a:rPr>
              <a:t>timeline</a:t>
            </a:r>
          </a:p>
        </p:txBody>
      </p:sp>
      <p:sp>
        <p:nvSpPr>
          <p:cNvPr id="17" name="Oval 16"/>
          <p:cNvSpPr/>
          <p:nvPr/>
        </p:nvSpPr>
        <p:spPr>
          <a:xfrm>
            <a:off x="896112" y="4103827"/>
            <a:ext cx="219456" cy="219456"/>
          </a:xfrm>
          <a:prstGeom prst="ellipse">
            <a:avLst/>
          </a:prstGeom>
          <a:solidFill>
            <a:srgbClr val="658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325880" y="4030675"/>
            <a:ext cx="7635240" cy="619341"/>
          </a:xfrm>
          <a:prstGeom prst="roundRect">
            <a:avLst/>
          </a:prstGeom>
          <a:solidFill>
            <a:srgbClr val="E8E1CD"/>
          </a:solidFill>
          <a:ln w="19050">
            <a:solidFill>
              <a:srgbClr val="6E7F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0">
                <a:solidFill>
                  <a:srgbClr val="20302C"/>
                </a:solidFill>
                <a:latin typeface="Aptos"/>
              </a:rPr>
              <a:t>timeline</a:t>
            </a:r>
          </a:p>
        </p:txBody>
      </p:sp>
      <p:sp>
        <p:nvSpPr>
          <p:cNvPr id="19" name="Oval 18"/>
          <p:cNvSpPr/>
          <p:nvPr/>
        </p:nvSpPr>
        <p:spPr>
          <a:xfrm>
            <a:off x="896112" y="4859121"/>
            <a:ext cx="219456" cy="219456"/>
          </a:xfrm>
          <a:prstGeom prst="ellipse">
            <a:avLst/>
          </a:prstGeom>
          <a:solidFill>
            <a:srgbClr val="658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1325880" y="4785969"/>
            <a:ext cx="7635240" cy="619341"/>
          </a:xfrm>
          <a:prstGeom prst="roundRect">
            <a:avLst/>
          </a:prstGeom>
          <a:solidFill>
            <a:srgbClr val="E8E1CD"/>
          </a:solidFill>
          <a:ln w="19050">
            <a:solidFill>
              <a:srgbClr val="6E7F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0">
                <a:solidFill>
                  <a:srgbClr val="20302C"/>
                </a:solidFill>
                <a:latin typeface="Aptos"/>
              </a:rPr>
              <a:t>timeline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0564063" y="146304"/>
            <a:ext cx="1115568" cy="256032"/>
          </a:xfrm>
          <a:prstGeom prst="roundRect">
            <a:avLst/>
          </a:prstGeom>
          <a:solidFill>
            <a:srgbClr val="E8E1CD"/>
          </a:solidFill>
          <a:ln w="19050">
            <a:solidFill>
              <a:srgbClr val="6E7F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20302C"/>
                </a:solidFill>
                <a:latin typeface="Aptos"/>
              </a:rPr>
              <a:t>solver · summary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85800" y="457200"/>
            <a:ext cx="8449056" cy="592836"/>
          </a:xfrm>
          <a:prstGeom prst="roundRect">
            <a:avLst/>
          </a:prstGeom>
          <a:solidFill>
            <a:srgbClr val="DDD2B0"/>
          </a:solidFill>
          <a:ln w="19050">
            <a:solidFill>
              <a:srgbClr val="6E7F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>
                <a:solidFill>
                  <a:srgbClr val="20302C"/>
                </a:solidFill>
                <a:latin typeface="Aptos"/>
              </a:rPr>
              <a:t>title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123188"/>
            <a:ext cx="8449056" cy="502920"/>
          </a:xfrm>
          <a:prstGeom prst="rect">
            <a:avLst/>
          </a:prstGeom>
          <a:solidFill>
            <a:srgbClr val="E8E1CD"/>
          </a:solidFill>
          <a:ln w="19050">
            <a:solidFill>
              <a:srgbClr val="6E7F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0">
                <a:solidFill>
                  <a:srgbClr val="20302C"/>
                </a:solidFill>
                <a:latin typeface="Aptos"/>
              </a:rPr>
              <a:t>key_message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699260"/>
            <a:ext cx="1371600" cy="36576"/>
          </a:xfrm>
          <a:prstGeom prst="rect">
            <a:avLst/>
          </a:prstGeom>
          <a:solidFill>
            <a:srgbClr val="B86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1534668"/>
            <a:ext cx="1115568" cy="256032"/>
          </a:xfrm>
          <a:prstGeom prst="roundRect">
            <a:avLst/>
          </a:prstGeom>
          <a:solidFill>
            <a:srgbClr val="E8E1CD"/>
          </a:solidFill>
          <a:ln w="19050">
            <a:solidFill>
              <a:srgbClr val="6E7F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20302C"/>
                </a:solidFill>
                <a:latin typeface="Aptos"/>
              </a:rPr>
              <a:t>accent</a:t>
            </a:r>
          </a:p>
        </p:txBody>
      </p:sp>
      <p:sp>
        <p:nvSpPr>
          <p:cNvPr id="7" name="Oval 6"/>
          <p:cNvSpPr/>
          <p:nvPr/>
        </p:nvSpPr>
        <p:spPr>
          <a:xfrm>
            <a:off x="9811512" y="411480"/>
            <a:ext cx="1920240" cy="1920240"/>
          </a:xfrm>
          <a:prstGeom prst="ellipse">
            <a:avLst/>
          </a:prstGeom>
          <a:solidFill>
            <a:srgbClr val="C7DCCF"/>
          </a:solidFill>
          <a:ln w="19050">
            <a:solidFill>
              <a:srgbClr val="6E7F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20302C"/>
                </a:solidFill>
                <a:latin typeface="Aptos"/>
              </a:rPr>
              <a:t>icon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900428"/>
            <a:ext cx="8897112" cy="868680"/>
          </a:xfrm>
          <a:prstGeom prst="roundRect">
            <a:avLst/>
          </a:prstGeom>
          <a:solidFill>
            <a:srgbClr val="C7DCCF"/>
          </a:solidFill>
          <a:ln w="19050">
            <a:solidFill>
              <a:srgbClr val="6E7F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0">
                <a:solidFill>
                  <a:srgbClr val="20302C"/>
                </a:solidFill>
                <a:latin typeface="Aptos"/>
              </a:rPr>
              <a:t>summary_box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5650992"/>
            <a:ext cx="11277295" cy="640080"/>
          </a:xfrm>
          <a:prstGeom prst="rect">
            <a:avLst/>
          </a:prstGeom>
          <a:solidFill>
            <a:srgbClr val="F0E8D8"/>
          </a:solidFill>
          <a:ln w="19050">
            <a:solidFill>
              <a:srgbClr val="6E7F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20302C"/>
                </a:solidFill>
                <a:latin typeface="Aptos"/>
              </a:rPr>
              <a:t>notes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970276"/>
            <a:ext cx="8897112" cy="2479548"/>
          </a:xfrm>
          <a:prstGeom prst="rect">
            <a:avLst/>
          </a:prstGeom>
          <a:solidFill>
            <a:srgbClr val="F2EAD6"/>
          </a:solidFill>
          <a:ln w="19050">
            <a:solidFill>
              <a:srgbClr val="6E7F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0">
                <a:solidFill>
                  <a:srgbClr val="20302C"/>
                </a:solidFill>
                <a:latin typeface="Aptos"/>
              </a:rPr>
              <a:t>content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0564063" y="146304"/>
            <a:ext cx="1115568" cy="256032"/>
          </a:xfrm>
          <a:prstGeom prst="roundRect">
            <a:avLst/>
          </a:prstGeom>
          <a:solidFill>
            <a:srgbClr val="DDE8E1"/>
          </a:solidFill>
          <a:ln w="19050">
            <a:solidFill>
              <a:srgbClr val="6E7F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20302C"/>
                </a:solidFill>
                <a:latin typeface="Aptos"/>
              </a:rPr>
              <a:t>blueprint · summary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67512" y="457200"/>
            <a:ext cx="8083296" cy="457200"/>
          </a:xfrm>
          <a:prstGeom prst="roundRect">
            <a:avLst/>
          </a:prstGeom>
          <a:solidFill>
            <a:srgbClr val="CFE0D2"/>
          </a:solidFill>
          <a:ln w="19050">
            <a:solidFill>
              <a:srgbClr val="6E7F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>
                <a:solidFill>
                  <a:srgbClr val="20302C"/>
                </a:solidFill>
                <a:latin typeface="Aptos"/>
              </a:rPr>
              <a:t>title</a:t>
            </a:r>
          </a:p>
        </p:txBody>
      </p:sp>
      <p:sp>
        <p:nvSpPr>
          <p:cNvPr id="4" name="Rectangle 3"/>
          <p:cNvSpPr/>
          <p:nvPr/>
        </p:nvSpPr>
        <p:spPr>
          <a:xfrm>
            <a:off x="667512" y="987552"/>
            <a:ext cx="8083296" cy="502920"/>
          </a:xfrm>
          <a:prstGeom prst="rect">
            <a:avLst/>
          </a:prstGeom>
          <a:solidFill>
            <a:srgbClr val="E0ECE4"/>
          </a:solidFill>
          <a:ln w="19050">
            <a:solidFill>
              <a:srgbClr val="6E7F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0">
                <a:solidFill>
                  <a:srgbClr val="20302C"/>
                </a:solidFill>
                <a:latin typeface="Aptos"/>
              </a:rPr>
              <a:t>key_message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563624"/>
            <a:ext cx="1371600" cy="36576"/>
          </a:xfrm>
          <a:prstGeom prst="rect">
            <a:avLst/>
          </a:prstGeom>
          <a:solidFill>
            <a:srgbClr val="B86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1399032"/>
            <a:ext cx="1115568" cy="256032"/>
          </a:xfrm>
          <a:prstGeom prst="roundRect">
            <a:avLst/>
          </a:prstGeom>
          <a:solidFill>
            <a:srgbClr val="E8E1CD"/>
          </a:solidFill>
          <a:ln w="19050">
            <a:solidFill>
              <a:srgbClr val="6E7F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20302C"/>
                </a:solidFill>
                <a:latin typeface="Aptos"/>
              </a:rPr>
              <a:t>accent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764792"/>
            <a:ext cx="8503920" cy="868680"/>
          </a:xfrm>
          <a:prstGeom prst="roundRect">
            <a:avLst/>
          </a:prstGeom>
          <a:solidFill>
            <a:srgbClr val="CFE0D2"/>
          </a:solidFill>
          <a:ln w="19050">
            <a:solidFill>
              <a:srgbClr val="6E7F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0">
                <a:solidFill>
                  <a:srgbClr val="20302C"/>
                </a:solidFill>
                <a:latin typeface="Aptos"/>
              </a:rPr>
              <a:t>summary_box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706624"/>
            <a:ext cx="8503920" cy="2834640"/>
          </a:xfrm>
          <a:prstGeom prst="rect">
            <a:avLst/>
          </a:prstGeom>
          <a:solidFill>
            <a:srgbClr val="E4EFE7"/>
          </a:solidFill>
          <a:ln w="19050">
            <a:solidFill>
              <a:srgbClr val="6E7F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0">
                <a:solidFill>
                  <a:srgbClr val="20302C"/>
                </a:solidFill>
                <a:latin typeface="Aptos"/>
              </a:rPr>
              <a:t>content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5650992"/>
            <a:ext cx="11274552" cy="640080"/>
          </a:xfrm>
          <a:prstGeom prst="rect">
            <a:avLst/>
          </a:prstGeom>
          <a:solidFill>
            <a:srgbClr val="E8F0EA"/>
          </a:solidFill>
          <a:ln w="19050">
            <a:solidFill>
              <a:srgbClr val="6E7F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20302C"/>
                </a:solidFill>
                <a:latin typeface="Aptos"/>
              </a:rPr>
              <a:t>notes</a:t>
            </a:r>
          </a:p>
        </p:txBody>
      </p:sp>
      <p:sp>
        <p:nvSpPr>
          <p:cNvPr id="10" name="Oval 9"/>
          <p:cNvSpPr/>
          <p:nvPr/>
        </p:nvSpPr>
        <p:spPr>
          <a:xfrm>
            <a:off x="9811512" y="411480"/>
            <a:ext cx="1920240" cy="1920240"/>
          </a:xfrm>
          <a:prstGeom prst="ellipse">
            <a:avLst/>
          </a:prstGeom>
          <a:solidFill>
            <a:srgbClr val="C7DCCF"/>
          </a:solidFill>
          <a:ln w="19050">
            <a:solidFill>
              <a:srgbClr val="6E7F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20302C"/>
                </a:solidFill>
                <a:latin typeface="Aptos"/>
              </a:rPr>
              <a:t>icon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0564063" y="146304"/>
            <a:ext cx="1115568" cy="256032"/>
          </a:xfrm>
          <a:prstGeom prst="roundRect">
            <a:avLst/>
          </a:prstGeom>
          <a:solidFill>
            <a:srgbClr val="E8E1CD"/>
          </a:solidFill>
          <a:ln w="19050">
            <a:solidFill>
              <a:srgbClr val="6E7F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20302C"/>
                </a:solidFill>
                <a:latin typeface="Aptos"/>
              </a:rPr>
              <a:t>solver · diagram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85800" y="457200"/>
            <a:ext cx="8714232" cy="592836"/>
          </a:xfrm>
          <a:prstGeom prst="roundRect">
            <a:avLst/>
          </a:prstGeom>
          <a:solidFill>
            <a:srgbClr val="DDD2B0"/>
          </a:solidFill>
          <a:ln w="19050">
            <a:solidFill>
              <a:srgbClr val="6E7F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>
                <a:solidFill>
                  <a:srgbClr val="20302C"/>
                </a:solidFill>
                <a:latin typeface="Aptos"/>
              </a:rPr>
              <a:t>title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123188"/>
            <a:ext cx="8714232" cy="502920"/>
          </a:xfrm>
          <a:prstGeom prst="rect">
            <a:avLst/>
          </a:prstGeom>
          <a:solidFill>
            <a:srgbClr val="E8E1CD"/>
          </a:solidFill>
          <a:ln w="19050">
            <a:solidFill>
              <a:srgbClr val="6E7F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0">
                <a:solidFill>
                  <a:srgbClr val="20302C"/>
                </a:solidFill>
                <a:latin typeface="Aptos"/>
              </a:rPr>
              <a:t>key_message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699260"/>
            <a:ext cx="1371600" cy="36576"/>
          </a:xfrm>
          <a:prstGeom prst="rect">
            <a:avLst/>
          </a:prstGeom>
          <a:solidFill>
            <a:srgbClr val="B86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1534668"/>
            <a:ext cx="1115568" cy="256032"/>
          </a:xfrm>
          <a:prstGeom prst="roundRect">
            <a:avLst/>
          </a:prstGeom>
          <a:solidFill>
            <a:srgbClr val="E8E1CD"/>
          </a:solidFill>
          <a:ln w="19050">
            <a:solidFill>
              <a:srgbClr val="6E7F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20302C"/>
                </a:solidFill>
                <a:latin typeface="Aptos"/>
              </a:rPr>
              <a:t>accent</a:t>
            </a:r>
          </a:p>
        </p:txBody>
      </p:sp>
      <p:sp>
        <p:nvSpPr>
          <p:cNvPr id="7" name="Oval 6"/>
          <p:cNvSpPr/>
          <p:nvPr/>
        </p:nvSpPr>
        <p:spPr>
          <a:xfrm>
            <a:off x="10085832" y="411480"/>
            <a:ext cx="1645920" cy="1645920"/>
          </a:xfrm>
          <a:prstGeom prst="ellipse">
            <a:avLst/>
          </a:prstGeom>
          <a:solidFill>
            <a:srgbClr val="C7DCCF"/>
          </a:solidFill>
          <a:ln w="19050">
            <a:solidFill>
              <a:srgbClr val="6E7F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20302C"/>
                </a:solidFill>
                <a:latin typeface="Aptos"/>
              </a:rPr>
              <a:t>icon</a:t>
            </a:r>
          </a:p>
        </p:txBody>
      </p:sp>
      <p:sp>
        <p:nvSpPr>
          <p:cNvPr id="8" name="Rectangle 7"/>
          <p:cNvSpPr/>
          <p:nvPr/>
        </p:nvSpPr>
        <p:spPr>
          <a:xfrm>
            <a:off x="7059168" y="1900428"/>
            <a:ext cx="4672584" cy="3630168"/>
          </a:xfrm>
          <a:prstGeom prst="rect">
            <a:avLst/>
          </a:prstGeom>
          <a:solidFill>
            <a:srgbClr val="C7DCCF"/>
          </a:solidFill>
          <a:ln w="19050">
            <a:solidFill>
              <a:srgbClr val="6E7F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0">
                <a:solidFill>
                  <a:srgbClr val="20302C"/>
                </a:solidFill>
                <a:latin typeface="Aptos"/>
              </a:rPr>
              <a:t>sidebar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5650992"/>
            <a:ext cx="11277295" cy="640080"/>
          </a:xfrm>
          <a:prstGeom prst="rect">
            <a:avLst/>
          </a:prstGeom>
          <a:solidFill>
            <a:srgbClr val="F0E8D8"/>
          </a:solidFill>
          <a:ln w="19050">
            <a:solidFill>
              <a:srgbClr val="6E7F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20302C"/>
                </a:solidFill>
                <a:latin typeface="Aptos"/>
              </a:rPr>
              <a:t>notes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900428"/>
            <a:ext cx="6373368" cy="3549395"/>
          </a:xfrm>
          <a:prstGeom prst="rect">
            <a:avLst/>
          </a:prstGeom>
          <a:solidFill>
            <a:srgbClr val="F2EAD6"/>
          </a:solidFill>
          <a:ln w="19050">
            <a:solidFill>
              <a:srgbClr val="6E7F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0">
                <a:solidFill>
                  <a:srgbClr val="20302C"/>
                </a:solidFill>
                <a:latin typeface="Aptos"/>
              </a:rPr>
              <a:t>content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0564063" y="146304"/>
            <a:ext cx="1115568" cy="256032"/>
          </a:xfrm>
          <a:prstGeom prst="roundRect">
            <a:avLst/>
          </a:prstGeom>
          <a:solidFill>
            <a:srgbClr val="DDE8E1"/>
          </a:solidFill>
          <a:ln w="19050">
            <a:solidFill>
              <a:srgbClr val="6E7F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20302C"/>
                </a:solidFill>
                <a:latin typeface="Aptos"/>
              </a:rPr>
              <a:t>blueprint · diagram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58368" y="457200"/>
            <a:ext cx="7607808" cy="457200"/>
          </a:xfrm>
          <a:prstGeom prst="roundRect">
            <a:avLst/>
          </a:prstGeom>
          <a:solidFill>
            <a:srgbClr val="CFE0D2"/>
          </a:solidFill>
          <a:ln w="19050">
            <a:solidFill>
              <a:srgbClr val="6E7F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>
                <a:solidFill>
                  <a:srgbClr val="20302C"/>
                </a:solidFill>
                <a:latin typeface="Aptos"/>
              </a:rPr>
              <a:t>title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987552"/>
            <a:ext cx="7607808" cy="502920"/>
          </a:xfrm>
          <a:prstGeom prst="rect">
            <a:avLst/>
          </a:prstGeom>
          <a:solidFill>
            <a:srgbClr val="E0ECE4"/>
          </a:solidFill>
          <a:ln w="19050">
            <a:solidFill>
              <a:srgbClr val="6E7F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0">
                <a:solidFill>
                  <a:srgbClr val="20302C"/>
                </a:solidFill>
                <a:latin typeface="Aptos"/>
              </a:rPr>
              <a:t>key_message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563624"/>
            <a:ext cx="1371600" cy="36576"/>
          </a:xfrm>
          <a:prstGeom prst="rect">
            <a:avLst/>
          </a:prstGeom>
          <a:solidFill>
            <a:srgbClr val="B86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1399032"/>
            <a:ext cx="1115568" cy="256032"/>
          </a:xfrm>
          <a:prstGeom prst="roundRect">
            <a:avLst/>
          </a:prstGeom>
          <a:solidFill>
            <a:srgbClr val="E8E1CD"/>
          </a:solidFill>
          <a:ln w="19050">
            <a:solidFill>
              <a:srgbClr val="6E7F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20302C"/>
                </a:solidFill>
                <a:latin typeface="Aptos"/>
              </a:rPr>
              <a:t>accent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764792"/>
            <a:ext cx="8001000" cy="3776472"/>
          </a:xfrm>
          <a:prstGeom prst="rect">
            <a:avLst/>
          </a:prstGeom>
          <a:solidFill>
            <a:srgbClr val="E4EFE7"/>
          </a:solidFill>
          <a:ln w="19050">
            <a:solidFill>
              <a:srgbClr val="6E7F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0">
                <a:solidFill>
                  <a:srgbClr val="20302C"/>
                </a:solidFill>
                <a:latin typeface="Aptos"/>
              </a:rPr>
              <a:t>content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5650992"/>
            <a:ext cx="11274552" cy="640080"/>
          </a:xfrm>
          <a:prstGeom prst="rect">
            <a:avLst/>
          </a:prstGeom>
          <a:solidFill>
            <a:srgbClr val="E8F0EA"/>
          </a:solidFill>
          <a:ln w="19050">
            <a:solidFill>
              <a:srgbClr val="6E7F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20302C"/>
                </a:solidFill>
                <a:latin typeface="Aptos"/>
              </a:rPr>
              <a:t>notes</a:t>
            </a:r>
          </a:p>
        </p:txBody>
      </p:sp>
      <p:sp>
        <p:nvSpPr>
          <p:cNvPr id="9" name="Oval 8"/>
          <p:cNvSpPr/>
          <p:nvPr/>
        </p:nvSpPr>
        <p:spPr>
          <a:xfrm>
            <a:off x="10085832" y="411480"/>
            <a:ext cx="1645920" cy="1645920"/>
          </a:xfrm>
          <a:prstGeom prst="ellipse">
            <a:avLst/>
          </a:prstGeom>
          <a:solidFill>
            <a:srgbClr val="C7DCCF"/>
          </a:solidFill>
          <a:ln w="19050">
            <a:solidFill>
              <a:srgbClr val="6E7F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20302C"/>
                </a:solidFill>
                <a:latin typeface="Aptos"/>
              </a:rPr>
              <a:t>icon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8686800" y="1764792"/>
            <a:ext cx="3044952" cy="3776472"/>
          </a:xfrm>
          <a:prstGeom prst="rect">
            <a:avLst/>
          </a:prstGeom>
          <a:solidFill>
            <a:srgbClr val="CFE0D2"/>
          </a:solidFill>
          <a:ln w="19050">
            <a:solidFill>
              <a:srgbClr val="6E7F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0">
                <a:solidFill>
                  <a:srgbClr val="20302C"/>
                </a:solidFill>
                <a:latin typeface="Aptos"/>
              </a:rPr>
              <a:t>sidebar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0564063" y="146304"/>
            <a:ext cx="1115568" cy="256032"/>
          </a:xfrm>
          <a:prstGeom prst="roundRect">
            <a:avLst/>
          </a:prstGeom>
          <a:solidFill>
            <a:srgbClr val="E8E1CD"/>
          </a:solidFill>
          <a:ln w="19050">
            <a:solidFill>
              <a:srgbClr val="6E7F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20302C"/>
                </a:solidFill>
                <a:latin typeface="Aptos"/>
              </a:rPr>
              <a:t>solver · chart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85800" y="457200"/>
            <a:ext cx="8887968" cy="592836"/>
          </a:xfrm>
          <a:prstGeom prst="roundRect">
            <a:avLst/>
          </a:prstGeom>
          <a:solidFill>
            <a:srgbClr val="DDD2B0"/>
          </a:solidFill>
          <a:ln w="19050">
            <a:solidFill>
              <a:srgbClr val="6E7F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>
                <a:solidFill>
                  <a:srgbClr val="20302C"/>
                </a:solidFill>
                <a:latin typeface="Aptos"/>
              </a:rPr>
              <a:t>title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123188"/>
            <a:ext cx="8887968" cy="502920"/>
          </a:xfrm>
          <a:prstGeom prst="rect">
            <a:avLst/>
          </a:prstGeom>
          <a:solidFill>
            <a:srgbClr val="E8E1CD"/>
          </a:solidFill>
          <a:ln w="19050">
            <a:solidFill>
              <a:srgbClr val="6E7F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0">
                <a:solidFill>
                  <a:srgbClr val="20302C"/>
                </a:solidFill>
                <a:latin typeface="Aptos"/>
              </a:rPr>
              <a:t>key_message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699260"/>
            <a:ext cx="1371600" cy="36576"/>
          </a:xfrm>
          <a:prstGeom prst="rect">
            <a:avLst/>
          </a:prstGeom>
          <a:solidFill>
            <a:srgbClr val="B86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1534668"/>
            <a:ext cx="1115568" cy="256032"/>
          </a:xfrm>
          <a:prstGeom prst="roundRect">
            <a:avLst/>
          </a:prstGeom>
          <a:solidFill>
            <a:srgbClr val="E8E1CD"/>
          </a:solidFill>
          <a:ln w="19050">
            <a:solidFill>
              <a:srgbClr val="6E7F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20302C"/>
                </a:solidFill>
                <a:latin typeface="Aptos"/>
              </a:rPr>
              <a:t>accent</a:t>
            </a:r>
          </a:p>
        </p:txBody>
      </p:sp>
      <p:sp>
        <p:nvSpPr>
          <p:cNvPr id="7" name="Oval 6"/>
          <p:cNvSpPr/>
          <p:nvPr/>
        </p:nvSpPr>
        <p:spPr>
          <a:xfrm>
            <a:off x="10268712" y="411480"/>
            <a:ext cx="1463040" cy="1463040"/>
          </a:xfrm>
          <a:prstGeom prst="ellipse">
            <a:avLst/>
          </a:prstGeom>
          <a:solidFill>
            <a:srgbClr val="C7DCCF"/>
          </a:solidFill>
          <a:ln w="19050">
            <a:solidFill>
              <a:srgbClr val="6E7F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20302C"/>
                </a:solidFill>
                <a:latin typeface="Aptos"/>
              </a:rPr>
              <a:t>icon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5650992"/>
            <a:ext cx="11277295" cy="640080"/>
          </a:xfrm>
          <a:prstGeom prst="rect">
            <a:avLst/>
          </a:prstGeom>
          <a:solidFill>
            <a:srgbClr val="F0E8D8"/>
          </a:solidFill>
          <a:ln w="19050">
            <a:solidFill>
              <a:srgbClr val="6E7F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20302C"/>
                </a:solidFill>
                <a:latin typeface="Aptos"/>
              </a:rPr>
              <a:t>notes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900428"/>
            <a:ext cx="9354312" cy="3238500"/>
          </a:xfrm>
          <a:prstGeom prst="rect">
            <a:avLst/>
          </a:prstGeom>
          <a:solidFill>
            <a:srgbClr val="F2EAD6"/>
          </a:solidFill>
          <a:ln w="19050">
            <a:solidFill>
              <a:srgbClr val="6E7F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0">
                <a:solidFill>
                  <a:srgbClr val="20302C"/>
                </a:solidFill>
                <a:latin typeface="Aptos"/>
              </a:rPr>
              <a:t>content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5248656"/>
            <a:ext cx="9354312" cy="201168"/>
          </a:xfrm>
          <a:prstGeom prst="rect">
            <a:avLst/>
          </a:prstGeom>
          <a:solidFill>
            <a:srgbClr val="E8E1CD"/>
          </a:solidFill>
          <a:ln w="19050">
            <a:solidFill>
              <a:srgbClr val="6E7F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0">
                <a:solidFill>
                  <a:srgbClr val="20302C"/>
                </a:solidFill>
                <a:latin typeface="Aptos"/>
              </a:rPr>
              <a:t>footer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0564063" y="146304"/>
            <a:ext cx="1115568" cy="256032"/>
          </a:xfrm>
          <a:prstGeom prst="roundRect">
            <a:avLst/>
          </a:prstGeom>
          <a:solidFill>
            <a:srgbClr val="DDE8E1"/>
          </a:solidFill>
          <a:ln w="19050">
            <a:solidFill>
              <a:srgbClr val="6E7F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20302C"/>
                </a:solidFill>
                <a:latin typeface="Aptos"/>
              </a:rPr>
              <a:t>blueprint · chart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67512" y="457200"/>
            <a:ext cx="8083296" cy="457200"/>
          </a:xfrm>
          <a:prstGeom prst="roundRect">
            <a:avLst/>
          </a:prstGeom>
          <a:solidFill>
            <a:srgbClr val="CFE0D2"/>
          </a:solidFill>
          <a:ln w="19050">
            <a:solidFill>
              <a:srgbClr val="6E7F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>
                <a:solidFill>
                  <a:srgbClr val="20302C"/>
                </a:solidFill>
                <a:latin typeface="Aptos"/>
              </a:rPr>
              <a:t>title</a:t>
            </a:r>
          </a:p>
        </p:txBody>
      </p:sp>
      <p:sp>
        <p:nvSpPr>
          <p:cNvPr id="4" name="Rectangle 3"/>
          <p:cNvSpPr/>
          <p:nvPr/>
        </p:nvSpPr>
        <p:spPr>
          <a:xfrm>
            <a:off x="667512" y="987552"/>
            <a:ext cx="8083296" cy="502920"/>
          </a:xfrm>
          <a:prstGeom prst="rect">
            <a:avLst/>
          </a:prstGeom>
          <a:solidFill>
            <a:srgbClr val="E0ECE4"/>
          </a:solidFill>
          <a:ln w="19050">
            <a:solidFill>
              <a:srgbClr val="6E7F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0">
                <a:solidFill>
                  <a:srgbClr val="20302C"/>
                </a:solidFill>
                <a:latin typeface="Aptos"/>
              </a:rPr>
              <a:t>key_message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563624"/>
            <a:ext cx="1371600" cy="36576"/>
          </a:xfrm>
          <a:prstGeom prst="rect">
            <a:avLst/>
          </a:prstGeom>
          <a:solidFill>
            <a:srgbClr val="B86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1399032"/>
            <a:ext cx="1115568" cy="256032"/>
          </a:xfrm>
          <a:prstGeom prst="roundRect">
            <a:avLst/>
          </a:prstGeom>
          <a:solidFill>
            <a:srgbClr val="E8E1CD"/>
          </a:solidFill>
          <a:ln w="19050">
            <a:solidFill>
              <a:srgbClr val="6E7F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20302C"/>
                </a:solidFill>
                <a:latin typeface="Aptos"/>
              </a:rPr>
              <a:t>accent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764792"/>
            <a:ext cx="8503920" cy="3502152"/>
          </a:xfrm>
          <a:prstGeom prst="rect">
            <a:avLst/>
          </a:prstGeom>
          <a:solidFill>
            <a:srgbClr val="E4EFE7"/>
          </a:solidFill>
          <a:ln w="19050">
            <a:solidFill>
              <a:srgbClr val="6E7F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0">
                <a:solidFill>
                  <a:srgbClr val="20302C"/>
                </a:solidFill>
                <a:latin typeface="Aptos"/>
              </a:rPr>
              <a:t>content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5650992"/>
            <a:ext cx="11274552" cy="640080"/>
          </a:xfrm>
          <a:prstGeom prst="rect">
            <a:avLst/>
          </a:prstGeom>
          <a:solidFill>
            <a:srgbClr val="E8F0EA"/>
          </a:solidFill>
          <a:ln w="19050">
            <a:solidFill>
              <a:srgbClr val="6E7F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20302C"/>
                </a:solidFill>
                <a:latin typeface="Aptos"/>
              </a:rPr>
              <a:t>notes</a:t>
            </a:r>
          </a:p>
        </p:txBody>
      </p:sp>
      <p:sp>
        <p:nvSpPr>
          <p:cNvPr id="9" name="Oval 8"/>
          <p:cNvSpPr/>
          <p:nvPr/>
        </p:nvSpPr>
        <p:spPr>
          <a:xfrm>
            <a:off x="10268712" y="411480"/>
            <a:ext cx="1463040" cy="1463040"/>
          </a:xfrm>
          <a:prstGeom prst="ellipse">
            <a:avLst/>
          </a:prstGeom>
          <a:solidFill>
            <a:srgbClr val="C7DCCF"/>
          </a:solidFill>
          <a:ln w="19050">
            <a:solidFill>
              <a:srgbClr val="6E7F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20302C"/>
                </a:solidFill>
                <a:latin typeface="Aptos"/>
              </a:rPr>
              <a:t>icon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5340096"/>
            <a:ext cx="8503920" cy="201168"/>
          </a:xfrm>
          <a:prstGeom prst="rect">
            <a:avLst/>
          </a:prstGeom>
          <a:solidFill>
            <a:srgbClr val="E0ECE4"/>
          </a:solidFill>
          <a:ln w="19050">
            <a:solidFill>
              <a:srgbClr val="6E7F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0">
                <a:solidFill>
                  <a:srgbClr val="20302C"/>
                </a:solidFill>
                <a:latin typeface="Aptos"/>
              </a:rPr>
              <a:t>footer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0564063" y="146304"/>
            <a:ext cx="1115568" cy="256032"/>
          </a:xfrm>
          <a:prstGeom prst="roundRect">
            <a:avLst/>
          </a:prstGeom>
          <a:solidFill>
            <a:srgbClr val="E8E1CD"/>
          </a:solidFill>
          <a:ln w="19050">
            <a:solidFill>
              <a:srgbClr val="6E7F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20302C"/>
                </a:solidFill>
                <a:latin typeface="Aptos"/>
              </a:rPr>
              <a:t>solver · closing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33271" y="2590769"/>
            <a:ext cx="8193024" cy="592836"/>
          </a:xfrm>
          <a:prstGeom prst="roundRect">
            <a:avLst/>
          </a:prstGeom>
          <a:solidFill>
            <a:srgbClr val="DDD2B0"/>
          </a:solidFill>
          <a:ln w="19050">
            <a:solidFill>
              <a:srgbClr val="6E7F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>
                <a:solidFill>
                  <a:srgbClr val="20302C"/>
                </a:solidFill>
                <a:latin typeface="Aptos"/>
              </a:rPr>
              <a:t>title</a:t>
            </a:r>
          </a:p>
        </p:txBody>
      </p:sp>
      <p:sp>
        <p:nvSpPr>
          <p:cNvPr id="4" name="Rectangle 3"/>
          <p:cNvSpPr/>
          <p:nvPr/>
        </p:nvSpPr>
        <p:spPr>
          <a:xfrm>
            <a:off x="1033271" y="3256757"/>
            <a:ext cx="8193024" cy="457200"/>
          </a:xfrm>
          <a:prstGeom prst="rect">
            <a:avLst/>
          </a:prstGeom>
          <a:solidFill>
            <a:srgbClr val="E8E1CD"/>
          </a:solidFill>
          <a:ln w="19050">
            <a:solidFill>
              <a:srgbClr val="6E7F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0">
                <a:solidFill>
                  <a:srgbClr val="20302C"/>
                </a:solidFill>
                <a:latin typeface="Aptos"/>
              </a:rPr>
              <a:t>key_message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828800"/>
            <a:ext cx="1371600" cy="45720"/>
          </a:xfrm>
          <a:prstGeom prst="rect">
            <a:avLst/>
          </a:prstGeom>
          <a:solidFill>
            <a:srgbClr val="B86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1664208"/>
            <a:ext cx="1115568" cy="256032"/>
          </a:xfrm>
          <a:prstGeom prst="roundRect">
            <a:avLst/>
          </a:prstGeom>
          <a:solidFill>
            <a:srgbClr val="E8E1CD"/>
          </a:solidFill>
          <a:ln w="19050">
            <a:solidFill>
              <a:srgbClr val="6E7F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20302C"/>
                </a:solidFill>
                <a:latin typeface="Aptos"/>
              </a:rPr>
              <a:t>accent</a:t>
            </a:r>
          </a:p>
        </p:txBody>
      </p:sp>
      <p:sp>
        <p:nvSpPr>
          <p:cNvPr id="7" name="Oval 6"/>
          <p:cNvSpPr/>
          <p:nvPr/>
        </p:nvSpPr>
        <p:spPr>
          <a:xfrm>
            <a:off x="10268712" y="411480"/>
            <a:ext cx="1463040" cy="1463040"/>
          </a:xfrm>
          <a:prstGeom prst="ellipse">
            <a:avLst/>
          </a:prstGeom>
          <a:solidFill>
            <a:srgbClr val="C7DCCF"/>
          </a:solidFill>
          <a:ln w="19050">
            <a:solidFill>
              <a:srgbClr val="6E7F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20302C"/>
                </a:solidFill>
                <a:latin typeface="Aptos"/>
              </a:rPr>
              <a:t>icon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5650992"/>
            <a:ext cx="10545775" cy="640080"/>
          </a:xfrm>
          <a:prstGeom prst="rect">
            <a:avLst/>
          </a:prstGeom>
          <a:solidFill>
            <a:srgbClr val="F0E8D8"/>
          </a:solidFill>
          <a:ln w="19050">
            <a:solidFill>
              <a:srgbClr val="6E7F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20302C"/>
                </a:solidFill>
                <a:latin typeface="Aptos"/>
              </a:rPr>
              <a:t>notes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3787109"/>
            <a:ext cx="8622792" cy="1004346"/>
          </a:xfrm>
          <a:prstGeom prst="rect">
            <a:avLst/>
          </a:prstGeom>
          <a:solidFill>
            <a:srgbClr val="F2EAD6"/>
          </a:solidFill>
          <a:ln w="19050">
            <a:solidFill>
              <a:srgbClr val="6E7F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0">
                <a:solidFill>
                  <a:srgbClr val="20302C"/>
                </a:solidFill>
                <a:latin typeface="Aptos"/>
              </a:rPr>
              <a:t>content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4901184"/>
            <a:ext cx="8622792" cy="548639"/>
          </a:xfrm>
          <a:prstGeom prst="rect">
            <a:avLst/>
          </a:prstGeom>
          <a:solidFill>
            <a:srgbClr val="E8E1CD"/>
          </a:solidFill>
          <a:ln w="19050">
            <a:solidFill>
              <a:srgbClr val="6E7F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0">
                <a:solidFill>
                  <a:srgbClr val="20302C"/>
                </a:solidFill>
                <a:latin typeface="Aptos"/>
              </a:rPr>
              <a:t>footer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0564063" y="146304"/>
            <a:ext cx="1115568" cy="256032"/>
          </a:xfrm>
          <a:prstGeom prst="roundRect">
            <a:avLst/>
          </a:prstGeom>
          <a:solidFill>
            <a:srgbClr val="DDE8E1"/>
          </a:solidFill>
          <a:ln w="19050">
            <a:solidFill>
              <a:srgbClr val="6E7F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20302C"/>
                </a:solidFill>
                <a:latin typeface="Aptos"/>
              </a:rPr>
              <a:t>blueprint · closing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33271" y="2039112"/>
            <a:ext cx="7845552" cy="548640"/>
          </a:xfrm>
          <a:prstGeom prst="roundRect">
            <a:avLst/>
          </a:prstGeom>
          <a:solidFill>
            <a:srgbClr val="CFE0D2"/>
          </a:solidFill>
          <a:ln w="19050">
            <a:solidFill>
              <a:srgbClr val="6E7F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>
                <a:solidFill>
                  <a:srgbClr val="20302C"/>
                </a:solidFill>
                <a:latin typeface="Aptos"/>
              </a:rPr>
              <a:t>title</a:t>
            </a:r>
          </a:p>
        </p:txBody>
      </p:sp>
      <p:sp>
        <p:nvSpPr>
          <p:cNvPr id="4" name="Rectangle 3"/>
          <p:cNvSpPr/>
          <p:nvPr/>
        </p:nvSpPr>
        <p:spPr>
          <a:xfrm>
            <a:off x="1033271" y="2660904"/>
            <a:ext cx="7845552" cy="457200"/>
          </a:xfrm>
          <a:prstGeom prst="rect">
            <a:avLst/>
          </a:prstGeom>
          <a:solidFill>
            <a:srgbClr val="E0ECE4"/>
          </a:solidFill>
          <a:ln w="19050">
            <a:solidFill>
              <a:srgbClr val="6E7F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0">
                <a:solidFill>
                  <a:srgbClr val="20302C"/>
                </a:solidFill>
                <a:latin typeface="Aptos"/>
              </a:rPr>
              <a:t>key_message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828800"/>
            <a:ext cx="1371600" cy="45720"/>
          </a:xfrm>
          <a:prstGeom prst="rect">
            <a:avLst/>
          </a:prstGeom>
          <a:solidFill>
            <a:srgbClr val="B86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1664208"/>
            <a:ext cx="1115568" cy="256032"/>
          </a:xfrm>
          <a:prstGeom prst="roundRect">
            <a:avLst/>
          </a:prstGeom>
          <a:solidFill>
            <a:srgbClr val="E8E1CD"/>
          </a:solidFill>
          <a:ln w="19050">
            <a:solidFill>
              <a:srgbClr val="6E7F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20302C"/>
                </a:solidFill>
                <a:latin typeface="Aptos"/>
              </a:rPr>
              <a:t>accent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5650992"/>
            <a:ext cx="10543032" cy="640080"/>
          </a:xfrm>
          <a:prstGeom prst="rect">
            <a:avLst/>
          </a:prstGeom>
          <a:solidFill>
            <a:srgbClr val="E8F0EA"/>
          </a:solidFill>
          <a:ln w="19050">
            <a:solidFill>
              <a:srgbClr val="6E7F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20302C"/>
                </a:solidFill>
                <a:latin typeface="Aptos"/>
              </a:rPr>
              <a:t>notes</a:t>
            </a:r>
          </a:p>
        </p:txBody>
      </p:sp>
      <p:sp>
        <p:nvSpPr>
          <p:cNvPr id="8" name="Oval 7"/>
          <p:cNvSpPr/>
          <p:nvPr/>
        </p:nvSpPr>
        <p:spPr>
          <a:xfrm>
            <a:off x="10268712" y="411480"/>
            <a:ext cx="1463040" cy="1463040"/>
          </a:xfrm>
          <a:prstGeom prst="ellipse">
            <a:avLst/>
          </a:prstGeom>
          <a:solidFill>
            <a:srgbClr val="C7DCCF"/>
          </a:solidFill>
          <a:ln w="19050">
            <a:solidFill>
              <a:srgbClr val="6E7F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20302C"/>
                </a:solidFill>
                <a:latin typeface="Aptos"/>
              </a:rPr>
              <a:t>icon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0564063" y="146304"/>
            <a:ext cx="1115568" cy="256032"/>
          </a:xfrm>
          <a:prstGeom prst="roundRect">
            <a:avLst/>
          </a:prstGeom>
          <a:solidFill>
            <a:srgbClr val="E8E1CD"/>
          </a:solidFill>
          <a:ln w="19050">
            <a:solidFill>
              <a:srgbClr val="6E7F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20302C"/>
                </a:solidFill>
                <a:latin typeface="Aptos"/>
              </a:rPr>
              <a:t>solver · photo_fullbleed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3657600"/>
            <a:ext cx="10360152" cy="914400"/>
          </a:xfrm>
          <a:prstGeom prst="roundRect">
            <a:avLst/>
          </a:prstGeom>
          <a:solidFill>
            <a:srgbClr val="DDD2B0"/>
          </a:solidFill>
          <a:ln w="19050">
            <a:solidFill>
              <a:srgbClr val="6E7F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>
                <a:solidFill>
                  <a:srgbClr val="20302C"/>
                </a:solidFill>
                <a:latin typeface="Aptos"/>
              </a:rPr>
              <a:t>title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4645152"/>
            <a:ext cx="10360152" cy="457200"/>
          </a:xfrm>
          <a:prstGeom prst="rect">
            <a:avLst/>
          </a:prstGeom>
          <a:solidFill>
            <a:srgbClr val="E8E1CD"/>
          </a:solidFill>
          <a:ln w="19050">
            <a:solidFill>
              <a:srgbClr val="6E7F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0">
                <a:solidFill>
                  <a:srgbClr val="20302C"/>
                </a:solidFill>
                <a:latin typeface="Aptos"/>
              </a:rPr>
              <a:t>key_message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11312" y="5175504"/>
            <a:ext cx="3337560" cy="1408176"/>
          </a:xfrm>
          <a:prstGeom prst="roundRect">
            <a:avLst/>
          </a:prstGeom>
          <a:solidFill>
            <a:srgbClr val="C7DCCF"/>
          </a:solidFill>
          <a:ln w="19050">
            <a:solidFill>
              <a:srgbClr val="6E7F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>
                <a:solidFill>
                  <a:srgbClr val="20302C"/>
                </a:solidFill>
                <a:latin typeface="Aptos"/>
              </a:rPr>
              <a:t>hero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5650992"/>
            <a:ext cx="10911535" cy="640080"/>
          </a:xfrm>
          <a:prstGeom prst="rect">
            <a:avLst/>
          </a:prstGeom>
          <a:solidFill>
            <a:srgbClr val="F0E8D8"/>
          </a:solidFill>
          <a:ln w="19050">
            <a:solidFill>
              <a:srgbClr val="6E7F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20302C"/>
                </a:solidFill>
                <a:latin typeface="Aptos"/>
              </a:rPr>
              <a:t>notes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175504"/>
            <a:ext cx="10908792" cy="731520"/>
          </a:xfrm>
          <a:prstGeom prst="rect">
            <a:avLst/>
          </a:prstGeom>
          <a:solidFill>
            <a:srgbClr val="F2EAD6"/>
          </a:solidFill>
          <a:ln w="19050">
            <a:solidFill>
              <a:srgbClr val="6E7F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0">
                <a:solidFill>
                  <a:srgbClr val="20302C"/>
                </a:solidFill>
                <a:latin typeface="Aptos"/>
              </a:rPr>
              <a:t>content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0564063" y="146304"/>
            <a:ext cx="1115568" cy="256032"/>
          </a:xfrm>
          <a:prstGeom prst="roundRect">
            <a:avLst/>
          </a:prstGeom>
          <a:solidFill>
            <a:srgbClr val="DDE8E1"/>
          </a:solidFill>
          <a:ln w="19050">
            <a:solidFill>
              <a:srgbClr val="6E7F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20302C"/>
                </a:solidFill>
                <a:latin typeface="Aptos"/>
              </a:rPr>
              <a:t>blueprint · photo_fullbleed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13816" y="3657600"/>
            <a:ext cx="6821424" cy="914400"/>
          </a:xfrm>
          <a:prstGeom prst="roundRect">
            <a:avLst/>
          </a:prstGeom>
          <a:solidFill>
            <a:srgbClr val="CFE0D2"/>
          </a:solidFill>
          <a:ln w="19050">
            <a:solidFill>
              <a:srgbClr val="6E7F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>
                <a:solidFill>
                  <a:srgbClr val="20302C"/>
                </a:solidFill>
                <a:latin typeface="Aptos"/>
              </a:rPr>
              <a:t>title</a:t>
            </a:r>
          </a:p>
        </p:txBody>
      </p:sp>
      <p:sp>
        <p:nvSpPr>
          <p:cNvPr id="4" name="Rectangle 3"/>
          <p:cNvSpPr/>
          <p:nvPr/>
        </p:nvSpPr>
        <p:spPr>
          <a:xfrm>
            <a:off x="813816" y="4645152"/>
            <a:ext cx="6821424" cy="457200"/>
          </a:xfrm>
          <a:prstGeom prst="rect">
            <a:avLst/>
          </a:prstGeom>
          <a:solidFill>
            <a:srgbClr val="E0ECE4"/>
          </a:solidFill>
          <a:ln w="19050">
            <a:solidFill>
              <a:srgbClr val="6E7F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0">
                <a:solidFill>
                  <a:srgbClr val="20302C"/>
                </a:solidFill>
                <a:latin typeface="Aptos"/>
              </a:rPr>
              <a:t>key_message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5650992"/>
            <a:ext cx="10908792" cy="640080"/>
          </a:xfrm>
          <a:prstGeom prst="rect">
            <a:avLst/>
          </a:prstGeom>
          <a:solidFill>
            <a:srgbClr val="E8F0EA"/>
          </a:solidFill>
          <a:ln w="19050">
            <a:solidFill>
              <a:srgbClr val="6E7F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20302C"/>
                </a:solidFill>
                <a:latin typeface="Aptos"/>
              </a:rPr>
              <a:t>notes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0564063" y="146304"/>
            <a:ext cx="1115568" cy="256032"/>
          </a:xfrm>
          <a:prstGeom prst="roundRect">
            <a:avLst/>
          </a:prstGeom>
          <a:solidFill>
            <a:srgbClr val="E8E1CD"/>
          </a:solidFill>
          <a:ln w="19050">
            <a:solidFill>
              <a:srgbClr val="6E7F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20302C"/>
                </a:solidFill>
                <a:latin typeface="Aptos"/>
              </a:rPr>
              <a:t>solver · multi_column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85800" y="457200"/>
            <a:ext cx="8887968" cy="592836"/>
          </a:xfrm>
          <a:prstGeom prst="roundRect">
            <a:avLst/>
          </a:prstGeom>
          <a:solidFill>
            <a:srgbClr val="DDD2B0"/>
          </a:solidFill>
          <a:ln w="19050">
            <a:solidFill>
              <a:srgbClr val="6E7F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>
                <a:solidFill>
                  <a:srgbClr val="20302C"/>
                </a:solidFill>
                <a:latin typeface="Aptos"/>
              </a:rPr>
              <a:t>title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123188"/>
            <a:ext cx="8887968" cy="502920"/>
          </a:xfrm>
          <a:prstGeom prst="rect">
            <a:avLst/>
          </a:prstGeom>
          <a:solidFill>
            <a:srgbClr val="E8E1CD"/>
          </a:solidFill>
          <a:ln w="19050">
            <a:solidFill>
              <a:srgbClr val="6E7F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0">
                <a:solidFill>
                  <a:srgbClr val="20302C"/>
                </a:solidFill>
                <a:latin typeface="Aptos"/>
              </a:rPr>
              <a:t>key_message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699260"/>
            <a:ext cx="1371600" cy="36576"/>
          </a:xfrm>
          <a:prstGeom prst="rect">
            <a:avLst/>
          </a:prstGeom>
          <a:solidFill>
            <a:srgbClr val="B86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1534668"/>
            <a:ext cx="1115568" cy="256032"/>
          </a:xfrm>
          <a:prstGeom prst="roundRect">
            <a:avLst/>
          </a:prstGeom>
          <a:solidFill>
            <a:srgbClr val="E8E1CD"/>
          </a:solidFill>
          <a:ln w="19050">
            <a:solidFill>
              <a:srgbClr val="6E7F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20302C"/>
                </a:solidFill>
                <a:latin typeface="Aptos"/>
              </a:rPr>
              <a:t>accent</a:t>
            </a:r>
          </a:p>
        </p:txBody>
      </p:sp>
      <p:sp>
        <p:nvSpPr>
          <p:cNvPr id="7" name="Oval 6"/>
          <p:cNvSpPr/>
          <p:nvPr/>
        </p:nvSpPr>
        <p:spPr>
          <a:xfrm>
            <a:off x="10268712" y="411480"/>
            <a:ext cx="1463040" cy="1463040"/>
          </a:xfrm>
          <a:prstGeom prst="ellipse">
            <a:avLst/>
          </a:prstGeom>
          <a:solidFill>
            <a:srgbClr val="C7DCCF"/>
          </a:solidFill>
          <a:ln w="19050">
            <a:solidFill>
              <a:srgbClr val="6E7F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20302C"/>
                </a:solidFill>
                <a:latin typeface="Aptos"/>
              </a:rPr>
              <a:t>icon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5650992"/>
            <a:ext cx="11277295" cy="640080"/>
          </a:xfrm>
          <a:prstGeom prst="rect">
            <a:avLst/>
          </a:prstGeom>
          <a:solidFill>
            <a:srgbClr val="F0E8D8"/>
          </a:solidFill>
          <a:ln w="19050">
            <a:solidFill>
              <a:srgbClr val="6E7F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20302C"/>
                </a:solidFill>
                <a:latin typeface="Aptos"/>
              </a:rPr>
              <a:t>notes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900428"/>
            <a:ext cx="2935224" cy="1664208"/>
          </a:xfrm>
          <a:prstGeom prst="roundRect">
            <a:avLst/>
          </a:prstGeom>
          <a:solidFill>
            <a:srgbClr val="D9E8E1"/>
          </a:solidFill>
          <a:ln w="19050">
            <a:solidFill>
              <a:srgbClr val="6E7F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0">
                <a:solidFill>
                  <a:srgbClr val="20302C"/>
                </a:solidFill>
                <a:latin typeface="Aptos"/>
              </a:rPr>
              <a:t/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" y="3144012"/>
            <a:ext cx="1115568" cy="256032"/>
          </a:xfrm>
          <a:prstGeom prst="roundRect">
            <a:avLst/>
          </a:prstGeom>
          <a:solidFill>
            <a:srgbClr val="E9E2CF"/>
          </a:solidFill>
          <a:ln w="19050">
            <a:solidFill>
              <a:srgbClr val="6E7F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20302C"/>
                </a:solidFill>
                <a:latin typeface="Aptos"/>
              </a:rPr>
              <a:t>header_icon_card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010156"/>
            <a:ext cx="2715768" cy="310896"/>
          </a:xfrm>
          <a:prstGeom prst="roundRect">
            <a:avLst/>
          </a:prstGeom>
          <a:solidFill>
            <a:srgbClr val="9BBB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58368" y="2046732"/>
            <a:ext cx="164592" cy="164592"/>
          </a:xfrm>
          <a:prstGeom prst="ellipse">
            <a:avLst/>
          </a:prstGeom>
          <a:solidFill>
            <a:srgbClr val="7A9F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77824" y="2046732"/>
            <a:ext cx="164592" cy="164592"/>
          </a:xfrm>
          <a:prstGeom prst="ellipse">
            <a:avLst/>
          </a:prstGeom>
          <a:solidFill>
            <a:srgbClr val="7A9F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97280" y="2046732"/>
            <a:ext cx="164592" cy="164592"/>
          </a:xfrm>
          <a:prstGeom prst="ellipse">
            <a:avLst/>
          </a:prstGeom>
          <a:solidFill>
            <a:srgbClr val="7A9F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03504" y="2357628"/>
            <a:ext cx="2642616" cy="27432"/>
          </a:xfrm>
          <a:prstGeom prst="rect">
            <a:avLst/>
          </a:prstGeom>
          <a:solidFill>
            <a:srgbClr val="6E7F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40080" y="2485644"/>
            <a:ext cx="2478024" cy="91440"/>
          </a:xfrm>
          <a:prstGeom prst="roundRect">
            <a:avLst/>
          </a:prstGeom>
          <a:solidFill>
            <a:srgbClr val="203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40080" y="2686812"/>
            <a:ext cx="2276856" cy="91440"/>
          </a:xfrm>
          <a:prstGeom prst="roundRect">
            <a:avLst/>
          </a:prstGeom>
          <a:solidFill>
            <a:srgbClr val="6070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40080" y="2887980"/>
            <a:ext cx="2020824" cy="91440"/>
          </a:xfrm>
          <a:prstGeom prst="roundRect">
            <a:avLst/>
          </a:prstGeom>
          <a:solidFill>
            <a:srgbClr val="6070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3666744" y="1900428"/>
            <a:ext cx="2935224" cy="1664208"/>
          </a:xfrm>
          <a:prstGeom prst="roundRect">
            <a:avLst/>
          </a:prstGeom>
          <a:solidFill>
            <a:srgbClr val="D9E8E1"/>
          </a:solidFill>
          <a:ln w="19050">
            <a:solidFill>
              <a:srgbClr val="6E7F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0">
                <a:solidFill>
                  <a:srgbClr val="20302C"/>
                </a:solidFill>
                <a:latin typeface="Aptos"/>
              </a:rPr>
              <a:t/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831335" y="3144012"/>
            <a:ext cx="1115568" cy="256032"/>
          </a:xfrm>
          <a:prstGeom prst="roundRect">
            <a:avLst/>
          </a:prstGeom>
          <a:solidFill>
            <a:srgbClr val="E9E2CF"/>
          </a:solidFill>
          <a:ln w="19050">
            <a:solidFill>
              <a:srgbClr val="6E7F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20302C"/>
                </a:solidFill>
                <a:latin typeface="Aptos"/>
              </a:rPr>
              <a:t>header_icon_card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776472" y="2010156"/>
            <a:ext cx="2715768" cy="310896"/>
          </a:xfrm>
          <a:prstGeom prst="roundRect">
            <a:avLst/>
          </a:prstGeom>
          <a:solidFill>
            <a:srgbClr val="9BBB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3867911" y="2046732"/>
            <a:ext cx="164592" cy="164592"/>
          </a:xfrm>
          <a:prstGeom prst="ellipse">
            <a:avLst/>
          </a:prstGeom>
          <a:solidFill>
            <a:srgbClr val="7A9F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4087368" y="2046732"/>
            <a:ext cx="164592" cy="164592"/>
          </a:xfrm>
          <a:prstGeom prst="ellipse">
            <a:avLst/>
          </a:prstGeom>
          <a:solidFill>
            <a:srgbClr val="7A9F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4306823" y="2046732"/>
            <a:ext cx="164592" cy="164592"/>
          </a:xfrm>
          <a:prstGeom prst="ellipse">
            <a:avLst/>
          </a:prstGeom>
          <a:solidFill>
            <a:srgbClr val="7A9F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813048" y="2357628"/>
            <a:ext cx="2642616" cy="27432"/>
          </a:xfrm>
          <a:prstGeom prst="rect">
            <a:avLst/>
          </a:prstGeom>
          <a:solidFill>
            <a:srgbClr val="6E7F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3849624" y="2485644"/>
            <a:ext cx="2478024" cy="91440"/>
          </a:xfrm>
          <a:prstGeom prst="roundRect">
            <a:avLst/>
          </a:prstGeom>
          <a:solidFill>
            <a:srgbClr val="203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3849624" y="2686812"/>
            <a:ext cx="2276856" cy="91440"/>
          </a:xfrm>
          <a:prstGeom prst="roundRect">
            <a:avLst/>
          </a:prstGeom>
          <a:solidFill>
            <a:srgbClr val="6070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3849624" y="2887980"/>
            <a:ext cx="2020824" cy="91440"/>
          </a:xfrm>
          <a:prstGeom prst="roundRect">
            <a:avLst/>
          </a:prstGeom>
          <a:solidFill>
            <a:srgbClr val="6070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876288" y="1900428"/>
            <a:ext cx="2935224" cy="1664208"/>
          </a:xfrm>
          <a:prstGeom prst="roundRect">
            <a:avLst/>
          </a:prstGeom>
          <a:solidFill>
            <a:srgbClr val="D9E8E1"/>
          </a:solidFill>
          <a:ln w="19050">
            <a:solidFill>
              <a:srgbClr val="6E7F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0">
                <a:solidFill>
                  <a:srgbClr val="20302C"/>
                </a:solidFill>
                <a:latin typeface="Aptos"/>
              </a:rPr>
              <a:t/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040879" y="3144012"/>
            <a:ext cx="1115568" cy="256032"/>
          </a:xfrm>
          <a:prstGeom prst="roundRect">
            <a:avLst/>
          </a:prstGeom>
          <a:solidFill>
            <a:srgbClr val="E9E2CF"/>
          </a:solidFill>
          <a:ln w="19050">
            <a:solidFill>
              <a:srgbClr val="6E7F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20302C"/>
                </a:solidFill>
                <a:latin typeface="Aptos"/>
              </a:rPr>
              <a:t>header_icon_card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986016" y="2010156"/>
            <a:ext cx="2715768" cy="310896"/>
          </a:xfrm>
          <a:prstGeom prst="roundRect">
            <a:avLst/>
          </a:prstGeom>
          <a:solidFill>
            <a:srgbClr val="9BBB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7077455" y="2046732"/>
            <a:ext cx="164592" cy="164592"/>
          </a:xfrm>
          <a:prstGeom prst="ellipse">
            <a:avLst/>
          </a:prstGeom>
          <a:solidFill>
            <a:srgbClr val="7A9F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7296912" y="2046732"/>
            <a:ext cx="164592" cy="164592"/>
          </a:xfrm>
          <a:prstGeom prst="ellipse">
            <a:avLst/>
          </a:prstGeom>
          <a:solidFill>
            <a:srgbClr val="7A9F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7516367" y="2046732"/>
            <a:ext cx="164592" cy="164592"/>
          </a:xfrm>
          <a:prstGeom prst="ellipse">
            <a:avLst/>
          </a:prstGeom>
          <a:solidFill>
            <a:srgbClr val="7A9F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022592" y="2357628"/>
            <a:ext cx="2642616" cy="27432"/>
          </a:xfrm>
          <a:prstGeom prst="rect">
            <a:avLst/>
          </a:prstGeom>
          <a:solidFill>
            <a:srgbClr val="6E7F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7059168" y="2485644"/>
            <a:ext cx="2478024" cy="91440"/>
          </a:xfrm>
          <a:prstGeom prst="roundRect">
            <a:avLst/>
          </a:prstGeom>
          <a:solidFill>
            <a:srgbClr val="203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7059168" y="2686812"/>
            <a:ext cx="2276856" cy="91440"/>
          </a:xfrm>
          <a:prstGeom prst="roundRect">
            <a:avLst/>
          </a:prstGeom>
          <a:solidFill>
            <a:srgbClr val="6070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7059168" y="2887980"/>
            <a:ext cx="2020824" cy="91440"/>
          </a:xfrm>
          <a:prstGeom prst="roundRect">
            <a:avLst/>
          </a:prstGeom>
          <a:solidFill>
            <a:srgbClr val="6070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457200" y="3793236"/>
            <a:ext cx="2935224" cy="1664208"/>
          </a:xfrm>
          <a:prstGeom prst="roundRect">
            <a:avLst/>
          </a:prstGeom>
          <a:solidFill>
            <a:srgbClr val="D9E8E1"/>
          </a:solidFill>
          <a:ln w="19050">
            <a:solidFill>
              <a:srgbClr val="6E7F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0">
                <a:solidFill>
                  <a:srgbClr val="20302C"/>
                </a:solidFill>
                <a:latin typeface="Aptos"/>
              </a:rPr>
              <a:t/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21792" y="5036820"/>
            <a:ext cx="1115568" cy="256032"/>
          </a:xfrm>
          <a:prstGeom prst="roundRect">
            <a:avLst/>
          </a:prstGeom>
          <a:solidFill>
            <a:srgbClr val="E9E2CF"/>
          </a:solidFill>
          <a:ln w="19050">
            <a:solidFill>
              <a:srgbClr val="6E7F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20302C"/>
                </a:solidFill>
                <a:latin typeface="Aptos"/>
              </a:rPr>
              <a:t>header_icon_card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66928" y="3902964"/>
            <a:ext cx="2715768" cy="310896"/>
          </a:xfrm>
          <a:prstGeom prst="roundRect">
            <a:avLst/>
          </a:prstGeom>
          <a:solidFill>
            <a:srgbClr val="9BBB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658368" y="3939540"/>
            <a:ext cx="164592" cy="164592"/>
          </a:xfrm>
          <a:prstGeom prst="ellipse">
            <a:avLst/>
          </a:prstGeom>
          <a:solidFill>
            <a:srgbClr val="7A9F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877824" y="3939540"/>
            <a:ext cx="164592" cy="164592"/>
          </a:xfrm>
          <a:prstGeom prst="ellipse">
            <a:avLst/>
          </a:prstGeom>
          <a:solidFill>
            <a:srgbClr val="7A9F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1097280" y="3939540"/>
            <a:ext cx="164592" cy="164592"/>
          </a:xfrm>
          <a:prstGeom prst="ellipse">
            <a:avLst/>
          </a:prstGeom>
          <a:solidFill>
            <a:srgbClr val="7A9F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03504" y="4250436"/>
            <a:ext cx="2642616" cy="27432"/>
          </a:xfrm>
          <a:prstGeom prst="rect">
            <a:avLst/>
          </a:prstGeom>
          <a:solidFill>
            <a:srgbClr val="6E7F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640080" y="4378452"/>
            <a:ext cx="2478024" cy="91440"/>
          </a:xfrm>
          <a:prstGeom prst="roundRect">
            <a:avLst/>
          </a:prstGeom>
          <a:solidFill>
            <a:srgbClr val="203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640080" y="4579620"/>
            <a:ext cx="2276856" cy="91440"/>
          </a:xfrm>
          <a:prstGeom prst="roundRect">
            <a:avLst/>
          </a:prstGeom>
          <a:solidFill>
            <a:srgbClr val="6070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640080" y="4780788"/>
            <a:ext cx="2020824" cy="91440"/>
          </a:xfrm>
          <a:prstGeom prst="roundRect">
            <a:avLst/>
          </a:prstGeom>
          <a:solidFill>
            <a:srgbClr val="6070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0564063" y="146304"/>
            <a:ext cx="1115568" cy="256032"/>
          </a:xfrm>
          <a:prstGeom prst="roundRect">
            <a:avLst/>
          </a:prstGeom>
          <a:solidFill>
            <a:srgbClr val="DDE8E1"/>
          </a:solidFill>
          <a:ln w="19050">
            <a:solidFill>
              <a:srgbClr val="6E7F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20302C"/>
                </a:solidFill>
                <a:latin typeface="Aptos"/>
              </a:rPr>
              <a:t>blueprint · multi_column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67512" y="457200"/>
            <a:ext cx="8083296" cy="457200"/>
          </a:xfrm>
          <a:prstGeom prst="roundRect">
            <a:avLst/>
          </a:prstGeom>
          <a:solidFill>
            <a:srgbClr val="CFE0D2"/>
          </a:solidFill>
          <a:ln w="19050">
            <a:solidFill>
              <a:srgbClr val="6E7F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>
                <a:solidFill>
                  <a:srgbClr val="20302C"/>
                </a:solidFill>
                <a:latin typeface="Aptos"/>
              </a:rPr>
              <a:t>title</a:t>
            </a:r>
          </a:p>
        </p:txBody>
      </p:sp>
      <p:sp>
        <p:nvSpPr>
          <p:cNvPr id="4" name="Rectangle 3"/>
          <p:cNvSpPr/>
          <p:nvPr/>
        </p:nvSpPr>
        <p:spPr>
          <a:xfrm>
            <a:off x="667512" y="987552"/>
            <a:ext cx="8083296" cy="502920"/>
          </a:xfrm>
          <a:prstGeom prst="rect">
            <a:avLst/>
          </a:prstGeom>
          <a:solidFill>
            <a:srgbClr val="E0ECE4"/>
          </a:solidFill>
          <a:ln w="19050">
            <a:solidFill>
              <a:srgbClr val="6E7F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0">
                <a:solidFill>
                  <a:srgbClr val="20302C"/>
                </a:solidFill>
                <a:latin typeface="Aptos"/>
              </a:rPr>
              <a:t>key_message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563624"/>
            <a:ext cx="1371600" cy="36576"/>
          </a:xfrm>
          <a:prstGeom prst="rect">
            <a:avLst/>
          </a:prstGeom>
          <a:solidFill>
            <a:srgbClr val="B86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1399032"/>
            <a:ext cx="1115568" cy="256032"/>
          </a:xfrm>
          <a:prstGeom prst="roundRect">
            <a:avLst/>
          </a:prstGeom>
          <a:solidFill>
            <a:srgbClr val="E8E1CD"/>
          </a:solidFill>
          <a:ln w="19050">
            <a:solidFill>
              <a:srgbClr val="6E7F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20302C"/>
                </a:solidFill>
                <a:latin typeface="Aptos"/>
              </a:rPr>
              <a:t>accent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5650992"/>
            <a:ext cx="11274552" cy="640080"/>
          </a:xfrm>
          <a:prstGeom prst="rect">
            <a:avLst/>
          </a:prstGeom>
          <a:solidFill>
            <a:srgbClr val="E8F0EA"/>
          </a:solidFill>
          <a:ln w="19050">
            <a:solidFill>
              <a:srgbClr val="6E7F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20302C"/>
                </a:solidFill>
                <a:latin typeface="Aptos"/>
              </a:rPr>
              <a:t>notes</a:t>
            </a:r>
          </a:p>
        </p:txBody>
      </p:sp>
      <p:sp>
        <p:nvSpPr>
          <p:cNvPr id="8" name="Oval 7"/>
          <p:cNvSpPr/>
          <p:nvPr/>
        </p:nvSpPr>
        <p:spPr>
          <a:xfrm>
            <a:off x="10268712" y="411480"/>
            <a:ext cx="1463040" cy="1463040"/>
          </a:xfrm>
          <a:prstGeom prst="ellipse">
            <a:avLst/>
          </a:prstGeom>
          <a:solidFill>
            <a:srgbClr val="C7DCCF"/>
          </a:solidFill>
          <a:ln w="19050">
            <a:solidFill>
              <a:srgbClr val="6E7F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20302C"/>
                </a:solidFill>
                <a:latin typeface="Aptos"/>
              </a:rPr>
              <a:t>icon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764792"/>
            <a:ext cx="2743200" cy="1773936"/>
          </a:xfrm>
          <a:prstGeom prst="roundRect">
            <a:avLst/>
          </a:prstGeom>
          <a:solidFill>
            <a:srgbClr val="D6E6DE"/>
          </a:solidFill>
          <a:ln w="19050">
            <a:solidFill>
              <a:srgbClr val="6E7F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0">
                <a:solidFill>
                  <a:srgbClr val="20302C"/>
                </a:solidFill>
                <a:latin typeface="Aptos"/>
              </a:rPr>
              <a:t/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" y="3118104"/>
            <a:ext cx="1115568" cy="256032"/>
          </a:xfrm>
          <a:prstGeom prst="roundRect">
            <a:avLst/>
          </a:prstGeom>
          <a:solidFill>
            <a:srgbClr val="E9E2CF"/>
          </a:solidFill>
          <a:ln w="19050">
            <a:solidFill>
              <a:srgbClr val="6E7F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20302C"/>
                </a:solidFill>
                <a:latin typeface="Aptos"/>
              </a:rPr>
              <a:t>header_icon_card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1874519"/>
            <a:ext cx="2523744" cy="310896"/>
          </a:xfrm>
          <a:prstGeom prst="roundRect">
            <a:avLst/>
          </a:prstGeom>
          <a:solidFill>
            <a:srgbClr val="9BBB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58368" y="1911095"/>
            <a:ext cx="164592" cy="164592"/>
          </a:xfrm>
          <a:prstGeom prst="ellipse">
            <a:avLst/>
          </a:prstGeom>
          <a:solidFill>
            <a:srgbClr val="7A9F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77824" y="1911095"/>
            <a:ext cx="164592" cy="164592"/>
          </a:xfrm>
          <a:prstGeom prst="ellipse">
            <a:avLst/>
          </a:prstGeom>
          <a:solidFill>
            <a:srgbClr val="7A9F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97280" y="1911095"/>
            <a:ext cx="164592" cy="164592"/>
          </a:xfrm>
          <a:prstGeom prst="ellipse">
            <a:avLst/>
          </a:prstGeom>
          <a:solidFill>
            <a:srgbClr val="7A9F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03504" y="2221992"/>
            <a:ext cx="2450592" cy="27432"/>
          </a:xfrm>
          <a:prstGeom prst="rect">
            <a:avLst/>
          </a:prstGeom>
          <a:solidFill>
            <a:srgbClr val="6E7F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40080" y="2350008"/>
            <a:ext cx="2286000" cy="91440"/>
          </a:xfrm>
          <a:prstGeom prst="roundRect">
            <a:avLst/>
          </a:prstGeom>
          <a:solidFill>
            <a:srgbClr val="203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40080" y="2551176"/>
            <a:ext cx="2084832" cy="91440"/>
          </a:xfrm>
          <a:prstGeom prst="roundRect">
            <a:avLst/>
          </a:prstGeom>
          <a:solidFill>
            <a:srgbClr val="6070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40080" y="2752344"/>
            <a:ext cx="1828800" cy="91440"/>
          </a:xfrm>
          <a:prstGeom prst="roundRect">
            <a:avLst/>
          </a:prstGeom>
          <a:solidFill>
            <a:srgbClr val="6070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3474720" y="1764792"/>
            <a:ext cx="2743200" cy="1773936"/>
          </a:xfrm>
          <a:prstGeom prst="roundRect">
            <a:avLst/>
          </a:prstGeom>
          <a:solidFill>
            <a:srgbClr val="D6E6DE"/>
          </a:solidFill>
          <a:ln w="19050">
            <a:solidFill>
              <a:srgbClr val="6E7F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0">
                <a:solidFill>
                  <a:srgbClr val="20302C"/>
                </a:solidFill>
                <a:latin typeface="Aptos"/>
              </a:rPr>
              <a:t/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639312" y="3118104"/>
            <a:ext cx="1115568" cy="256032"/>
          </a:xfrm>
          <a:prstGeom prst="roundRect">
            <a:avLst/>
          </a:prstGeom>
          <a:solidFill>
            <a:srgbClr val="E9E2CF"/>
          </a:solidFill>
          <a:ln w="19050">
            <a:solidFill>
              <a:srgbClr val="6E7F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20302C"/>
                </a:solidFill>
                <a:latin typeface="Aptos"/>
              </a:rPr>
              <a:t>header_icon_card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584448" y="1874519"/>
            <a:ext cx="2523744" cy="310896"/>
          </a:xfrm>
          <a:prstGeom prst="roundRect">
            <a:avLst/>
          </a:prstGeom>
          <a:solidFill>
            <a:srgbClr val="9BBB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3675887" y="1911095"/>
            <a:ext cx="164592" cy="164592"/>
          </a:xfrm>
          <a:prstGeom prst="ellipse">
            <a:avLst/>
          </a:prstGeom>
          <a:solidFill>
            <a:srgbClr val="7A9F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3895344" y="1911095"/>
            <a:ext cx="164592" cy="164592"/>
          </a:xfrm>
          <a:prstGeom prst="ellipse">
            <a:avLst/>
          </a:prstGeom>
          <a:solidFill>
            <a:srgbClr val="7A9F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4114800" y="1911095"/>
            <a:ext cx="164592" cy="164592"/>
          </a:xfrm>
          <a:prstGeom prst="ellipse">
            <a:avLst/>
          </a:prstGeom>
          <a:solidFill>
            <a:srgbClr val="7A9F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621024" y="2221992"/>
            <a:ext cx="2450592" cy="27432"/>
          </a:xfrm>
          <a:prstGeom prst="rect">
            <a:avLst/>
          </a:prstGeom>
          <a:solidFill>
            <a:srgbClr val="6E7F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3657600" y="2350008"/>
            <a:ext cx="2286000" cy="91440"/>
          </a:xfrm>
          <a:prstGeom prst="roundRect">
            <a:avLst/>
          </a:prstGeom>
          <a:solidFill>
            <a:srgbClr val="203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3657600" y="2551176"/>
            <a:ext cx="2084832" cy="91440"/>
          </a:xfrm>
          <a:prstGeom prst="roundRect">
            <a:avLst/>
          </a:prstGeom>
          <a:solidFill>
            <a:srgbClr val="6070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3657600" y="2752344"/>
            <a:ext cx="1828800" cy="91440"/>
          </a:xfrm>
          <a:prstGeom prst="roundRect">
            <a:avLst/>
          </a:prstGeom>
          <a:solidFill>
            <a:srgbClr val="6070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492240" y="1764792"/>
            <a:ext cx="2743200" cy="1773936"/>
          </a:xfrm>
          <a:prstGeom prst="roundRect">
            <a:avLst/>
          </a:prstGeom>
          <a:solidFill>
            <a:srgbClr val="D6E6DE"/>
          </a:solidFill>
          <a:ln w="19050">
            <a:solidFill>
              <a:srgbClr val="6E7F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0">
                <a:solidFill>
                  <a:srgbClr val="20302C"/>
                </a:solidFill>
                <a:latin typeface="Aptos"/>
              </a:rPr>
              <a:t/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656831" y="3118104"/>
            <a:ext cx="1115568" cy="256032"/>
          </a:xfrm>
          <a:prstGeom prst="roundRect">
            <a:avLst/>
          </a:prstGeom>
          <a:solidFill>
            <a:srgbClr val="E9E2CF"/>
          </a:solidFill>
          <a:ln w="19050">
            <a:solidFill>
              <a:srgbClr val="6E7F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20302C"/>
                </a:solidFill>
                <a:latin typeface="Aptos"/>
              </a:rPr>
              <a:t>header_icon_card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601968" y="1874519"/>
            <a:ext cx="2523744" cy="310896"/>
          </a:xfrm>
          <a:prstGeom prst="roundRect">
            <a:avLst/>
          </a:prstGeom>
          <a:solidFill>
            <a:srgbClr val="9BBB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6693407" y="1911095"/>
            <a:ext cx="164592" cy="164592"/>
          </a:xfrm>
          <a:prstGeom prst="ellipse">
            <a:avLst/>
          </a:prstGeom>
          <a:solidFill>
            <a:srgbClr val="7A9F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6912864" y="1911095"/>
            <a:ext cx="164592" cy="164592"/>
          </a:xfrm>
          <a:prstGeom prst="ellipse">
            <a:avLst/>
          </a:prstGeom>
          <a:solidFill>
            <a:srgbClr val="7A9F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7132319" y="1911095"/>
            <a:ext cx="164592" cy="164592"/>
          </a:xfrm>
          <a:prstGeom prst="ellipse">
            <a:avLst/>
          </a:prstGeom>
          <a:solidFill>
            <a:srgbClr val="7A9F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638544" y="2221992"/>
            <a:ext cx="2450592" cy="27432"/>
          </a:xfrm>
          <a:prstGeom prst="rect">
            <a:avLst/>
          </a:prstGeom>
          <a:solidFill>
            <a:srgbClr val="6E7F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6675120" y="2350008"/>
            <a:ext cx="2286000" cy="91440"/>
          </a:xfrm>
          <a:prstGeom prst="roundRect">
            <a:avLst/>
          </a:prstGeom>
          <a:solidFill>
            <a:srgbClr val="203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6675120" y="2551176"/>
            <a:ext cx="2084832" cy="91440"/>
          </a:xfrm>
          <a:prstGeom prst="roundRect">
            <a:avLst/>
          </a:prstGeom>
          <a:solidFill>
            <a:srgbClr val="6070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6675120" y="2752344"/>
            <a:ext cx="1828800" cy="91440"/>
          </a:xfrm>
          <a:prstGeom prst="roundRect">
            <a:avLst/>
          </a:prstGeom>
          <a:solidFill>
            <a:srgbClr val="6070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457200" y="3767328"/>
            <a:ext cx="2743200" cy="1773936"/>
          </a:xfrm>
          <a:prstGeom prst="roundRect">
            <a:avLst/>
          </a:prstGeom>
          <a:solidFill>
            <a:srgbClr val="D6E6DE"/>
          </a:solidFill>
          <a:ln w="19050">
            <a:solidFill>
              <a:srgbClr val="6E7F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0">
                <a:solidFill>
                  <a:srgbClr val="20302C"/>
                </a:solidFill>
                <a:latin typeface="Aptos"/>
              </a:rPr>
              <a:t/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21792" y="5120640"/>
            <a:ext cx="1115568" cy="256032"/>
          </a:xfrm>
          <a:prstGeom prst="roundRect">
            <a:avLst/>
          </a:prstGeom>
          <a:solidFill>
            <a:srgbClr val="E9E2CF"/>
          </a:solidFill>
          <a:ln w="19050">
            <a:solidFill>
              <a:srgbClr val="6E7F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20302C"/>
                </a:solidFill>
                <a:latin typeface="Aptos"/>
              </a:rPr>
              <a:t>header_icon_card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66928" y="3877056"/>
            <a:ext cx="2523744" cy="310896"/>
          </a:xfrm>
          <a:prstGeom prst="roundRect">
            <a:avLst/>
          </a:prstGeom>
          <a:solidFill>
            <a:srgbClr val="9BBB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658368" y="3913632"/>
            <a:ext cx="164592" cy="164592"/>
          </a:xfrm>
          <a:prstGeom prst="ellipse">
            <a:avLst/>
          </a:prstGeom>
          <a:solidFill>
            <a:srgbClr val="7A9F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877824" y="3913632"/>
            <a:ext cx="164592" cy="164592"/>
          </a:xfrm>
          <a:prstGeom prst="ellipse">
            <a:avLst/>
          </a:prstGeom>
          <a:solidFill>
            <a:srgbClr val="7A9F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1097280" y="3913632"/>
            <a:ext cx="164592" cy="164592"/>
          </a:xfrm>
          <a:prstGeom prst="ellipse">
            <a:avLst/>
          </a:prstGeom>
          <a:solidFill>
            <a:srgbClr val="7A9F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03504" y="4224528"/>
            <a:ext cx="2450592" cy="27432"/>
          </a:xfrm>
          <a:prstGeom prst="rect">
            <a:avLst/>
          </a:prstGeom>
          <a:solidFill>
            <a:srgbClr val="6E7F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640080" y="4352544"/>
            <a:ext cx="2286000" cy="91440"/>
          </a:xfrm>
          <a:prstGeom prst="roundRect">
            <a:avLst/>
          </a:prstGeom>
          <a:solidFill>
            <a:srgbClr val="203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640080" y="4553712"/>
            <a:ext cx="2084832" cy="91440"/>
          </a:xfrm>
          <a:prstGeom prst="roundRect">
            <a:avLst/>
          </a:prstGeom>
          <a:solidFill>
            <a:srgbClr val="6070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640080" y="4754880"/>
            <a:ext cx="1828800" cy="91440"/>
          </a:xfrm>
          <a:prstGeom prst="roundRect">
            <a:avLst/>
          </a:prstGeom>
          <a:solidFill>
            <a:srgbClr val="6070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3474720" y="3767328"/>
            <a:ext cx="2743200" cy="1773936"/>
          </a:xfrm>
          <a:prstGeom prst="roundRect">
            <a:avLst/>
          </a:prstGeom>
          <a:solidFill>
            <a:srgbClr val="D6E6DE"/>
          </a:solidFill>
          <a:ln w="19050">
            <a:solidFill>
              <a:srgbClr val="6E7F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0">
                <a:solidFill>
                  <a:srgbClr val="20302C"/>
                </a:solidFill>
                <a:latin typeface="Aptos"/>
              </a:rPr>
              <a:t/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3639312" y="5120640"/>
            <a:ext cx="1115568" cy="256032"/>
          </a:xfrm>
          <a:prstGeom prst="roundRect">
            <a:avLst/>
          </a:prstGeom>
          <a:solidFill>
            <a:srgbClr val="E9E2CF"/>
          </a:solidFill>
          <a:ln w="19050">
            <a:solidFill>
              <a:srgbClr val="6E7F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20302C"/>
                </a:solidFill>
                <a:latin typeface="Aptos"/>
              </a:rPr>
              <a:t>header_icon_card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3584448" y="3877056"/>
            <a:ext cx="2523744" cy="310896"/>
          </a:xfrm>
          <a:prstGeom prst="roundRect">
            <a:avLst/>
          </a:prstGeom>
          <a:solidFill>
            <a:srgbClr val="9BBB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3675887" y="3913632"/>
            <a:ext cx="164592" cy="164592"/>
          </a:xfrm>
          <a:prstGeom prst="ellipse">
            <a:avLst/>
          </a:prstGeom>
          <a:solidFill>
            <a:srgbClr val="7A9F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3895344" y="3913632"/>
            <a:ext cx="164592" cy="164592"/>
          </a:xfrm>
          <a:prstGeom prst="ellipse">
            <a:avLst/>
          </a:prstGeom>
          <a:solidFill>
            <a:srgbClr val="7A9F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4114800" y="3913632"/>
            <a:ext cx="164592" cy="164592"/>
          </a:xfrm>
          <a:prstGeom prst="ellipse">
            <a:avLst/>
          </a:prstGeom>
          <a:solidFill>
            <a:srgbClr val="7A9F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3621024" y="4224528"/>
            <a:ext cx="2450592" cy="27432"/>
          </a:xfrm>
          <a:prstGeom prst="rect">
            <a:avLst/>
          </a:prstGeom>
          <a:solidFill>
            <a:srgbClr val="6E7F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ounded Rectangle 55"/>
          <p:cNvSpPr/>
          <p:nvPr/>
        </p:nvSpPr>
        <p:spPr>
          <a:xfrm>
            <a:off x="3657600" y="4352544"/>
            <a:ext cx="2286000" cy="91440"/>
          </a:xfrm>
          <a:prstGeom prst="roundRect">
            <a:avLst/>
          </a:prstGeom>
          <a:solidFill>
            <a:srgbClr val="203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ounded Rectangle 56"/>
          <p:cNvSpPr/>
          <p:nvPr/>
        </p:nvSpPr>
        <p:spPr>
          <a:xfrm>
            <a:off x="3657600" y="4553712"/>
            <a:ext cx="2084832" cy="91440"/>
          </a:xfrm>
          <a:prstGeom prst="roundRect">
            <a:avLst/>
          </a:prstGeom>
          <a:solidFill>
            <a:srgbClr val="6070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ounded Rectangle 57"/>
          <p:cNvSpPr/>
          <p:nvPr/>
        </p:nvSpPr>
        <p:spPr>
          <a:xfrm>
            <a:off x="3657600" y="4754880"/>
            <a:ext cx="1828800" cy="91440"/>
          </a:xfrm>
          <a:prstGeom prst="roundRect">
            <a:avLst/>
          </a:prstGeom>
          <a:solidFill>
            <a:srgbClr val="6070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ounded Rectangle 58"/>
          <p:cNvSpPr/>
          <p:nvPr/>
        </p:nvSpPr>
        <p:spPr>
          <a:xfrm>
            <a:off x="6492240" y="3767328"/>
            <a:ext cx="2743200" cy="1773936"/>
          </a:xfrm>
          <a:prstGeom prst="roundRect">
            <a:avLst/>
          </a:prstGeom>
          <a:solidFill>
            <a:srgbClr val="D6E6DE"/>
          </a:solidFill>
          <a:ln w="19050">
            <a:solidFill>
              <a:srgbClr val="6E7F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0">
                <a:solidFill>
                  <a:srgbClr val="20302C"/>
                </a:solidFill>
                <a:latin typeface="Aptos"/>
              </a:rPr>
              <a:t/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6656831" y="5120640"/>
            <a:ext cx="1115568" cy="256032"/>
          </a:xfrm>
          <a:prstGeom prst="roundRect">
            <a:avLst/>
          </a:prstGeom>
          <a:solidFill>
            <a:srgbClr val="E9E2CF"/>
          </a:solidFill>
          <a:ln w="19050">
            <a:solidFill>
              <a:srgbClr val="6E7F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20302C"/>
                </a:solidFill>
                <a:latin typeface="Aptos"/>
              </a:rPr>
              <a:t>header_icon_card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6601968" y="3877056"/>
            <a:ext cx="2523744" cy="310896"/>
          </a:xfrm>
          <a:prstGeom prst="roundRect">
            <a:avLst/>
          </a:prstGeom>
          <a:solidFill>
            <a:srgbClr val="9BBB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6693407" y="3913632"/>
            <a:ext cx="164592" cy="164592"/>
          </a:xfrm>
          <a:prstGeom prst="ellipse">
            <a:avLst/>
          </a:prstGeom>
          <a:solidFill>
            <a:srgbClr val="7A9F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6912864" y="3913632"/>
            <a:ext cx="164592" cy="164592"/>
          </a:xfrm>
          <a:prstGeom prst="ellipse">
            <a:avLst/>
          </a:prstGeom>
          <a:solidFill>
            <a:srgbClr val="7A9F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7132319" y="3913632"/>
            <a:ext cx="164592" cy="164592"/>
          </a:xfrm>
          <a:prstGeom prst="ellipse">
            <a:avLst/>
          </a:prstGeom>
          <a:solidFill>
            <a:srgbClr val="7A9F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6638544" y="4224528"/>
            <a:ext cx="2450592" cy="27432"/>
          </a:xfrm>
          <a:prstGeom prst="rect">
            <a:avLst/>
          </a:prstGeom>
          <a:solidFill>
            <a:srgbClr val="6E7F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ounded Rectangle 65"/>
          <p:cNvSpPr/>
          <p:nvPr/>
        </p:nvSpPr>
        <p:spPr>
          <a:xfrm>
            <a:off x="6675120" y="4352544"/>
            <a:ext cx="2286000" cy="91440"/>
          </a:xfrm>
          <a:prstGeom prst="roundRect">
            <a:avLst/>
          </a:prstGeom>
          <a:solidFill>
            <a:srgbClr val="203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ounded Rectangle 66"/>
          <p:cNvSpPr/>
          <p:nvPr/>
        </p:nvSpPr>
        <p:spPr>
          <a:xfrm>
            <a:off x="6675120" y="4553712"/>
            <a:ext cx="2084832" cy="91440"/>
          </a:xfrm>
          <a:prstGeom prst="roundRect">
            <a:avLst/>
          </a:prstGeom>
          <a:solidFill>
            <a:srgbClr val="6070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ounded Rectangle 67"/>
          <p:cNvSpPr/>
          <p:nvPr/>
        </p:nvSpPr>
        <p:spPr>
          <a:xfrm>
            <a:off x="6675120" y="4754880"/>
            <a:ext cx="1828800" cy="91440"/>
          </a:xfrm>
          <a:prstGeom prst="roundRect">
            <a:avLst/>
          </a:prstGeom>
          <a:solidFill>
            <a:srgbClr val="6070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0564063" y="146304"/>
            <a:ext cx="1115568" cy="256032"/>
          </a:xfrm>
          <a:prstGeom prst="roundRect">
            <a:avLst/>
          </a:prstGeom>
          <a:solidFill>
            <a:srgbClr val="E8E1CD"/>
          </a:solidFill>
          <a:ln w="19050">
            <a:solidFill>
              <a:srgbClr val="6E7F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20302C"/>
                </a:solidFill>
                <a:latin typeface="Aptos"/>
              </a:rPr>
              <a:t>solver · content_caption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457200"/>
            <a:ext cx="3931920" cy="1075943"/>
          </a:xfrm>
          <a:prstGeom prst="roundRect">
            <a:avLst/>
          </a:prstGeom>
          <a:solidFill>
            <a:srgbClr val="DDD2B0"/>
          </a:solidFill>
          <a:ln w="19050">
            <a:solidFill>
              <a:srgbClr val="6E7F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>
                <a:solidFill>
                  <a:srgbClr val="20302C"/>
                </a:solidFill>
                <a:latin typeface="Aptos"/>
              </a:rPr>
              <a:t>title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606296"/>
            <a:ext cx="3931920" cy="2414016"/>
          </a:xfrm>
          <a:prstGeom prst="rect">
            <a:avLst/>
          </a:prstGeom>
          <a:solidFill>
            <a:srgbClr val="E8E1CD"/>
          </a:solidFill>
          <a:ln w="19050">
            <a:solidFill>
              <a:srgbClr val="6E7F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0">
                <a:solidFill>
                  <a:srgbClr val="20302C"/>
                </a:solidFill>
                <a:latin typeface="Aptos"/>
              </a:rPr>
              <a:t>key_message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5650992"/>
            <a:ext cx="11277295" cy="640080"/>
          </a:xfrm>
          <a:prstGeom prst="rect">
            <a:avLst/>
          </a:prstGeom>
          <a:solidFill>
            <a:srgbClr val="F0E8D8"/>
          </a:solidFill>
          <a:ln w="19050">
            <a:solidFill>
              <a:srgbClr val="6E7F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20302C"/>
                </a:solidFill>
                <a:latin typeface="Aptos"/>
              </a:rPr>
              <a:t>notes</a:t>
            </a:r>
          </a:p>
        </p:txBody>
      </p:sp>
      <p:sp>
        <p:nvSpPr>
          <p:cNvPr id="6" name="Rectangle 5"/>
          <p:cNvSpPr/>
          <p:nvPr/>
        </p:nvSpPr>
        <p:spPr>
          <a:xfrm>
            <a:off x="4617720" y="4093464"/>
            <a:ext cx="7114032" cy="1356360"/>
          </a:xfrm>
          <a:prstGeom prst="rect">
            <a:avLst/>
          </a:prstGeom>
          <a:solidFill>
            <a:srgbClr val="F2EAD6"/>
          </a:solidFill>
          <a:ln w="19050">
            <a:solidFill>
              <a:srgbClr val="6E7F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0">
                <a:solidFill>
                  <a:srgbClr val="20302C"/>
                </a:solidFill>
                <a:latin typeface="Aptos"/>
              </a:rPr>
              <a:t>content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0564063" y="146304"/>
            <a:ext cx="1115568" cy="256032"/>
          </a:xfrm>
          <a:prstGeom prst="roundRect">
            <a:avLst/>
          </a:prstGeom>
          <a:solidFill>
            <a:srgbClr val="DDE8E1"/>
          </a:solidFill>
          <a:ln w="19050">
            <a:solidFill>
              <a:srgbClr val="6E7F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20302C"/>
                </a:solidFill>
                <a:latin typeface="Aptos"/>
              </a:rPr>
              <a:t>blueprint · content_caption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123944" y="457200"/>
            <a:ext cx="3950208" cy="731520"/>
          </a:xfrm>
          <a:prstGeom prst="roundRect">
            <a:avLst/>
          </a:prstGeom>
          <a:solidFill>
            <a:srgbClr val="CFE0D2"/>
          </a:solidFill>
          <a:ln w="19050">
            <a:solidFill>
              <a:srgbClr val="6E7F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>
                <a:solidFill>
                  <a:srgbClr val="20302C"/>
                </a:solidFill>
                <a:latin typeface="Aptos"/>
              </a:rPr>
              <a:t>title</a:t>
            </a:r>
          </a:p>
        </p:txBody>
      </p:sp>
      <p:sp>
        <p:nvSpPr>
          <p:cNvPr id="4" name="Rectangle 3"/>
          <p:cNvSpPr/>
          <p:nvPr/>
        </p:nvSpPr>
        <p:spPr>
          <a:xfrm>
            <a:off x="4123944" y="1261872"/>
            <a:ext cx="3950208" cy="2560320"/>
          </a:xfrm>
          <a:prstGeom prst="rect">
            <a:avLst/>
          </a:prstGeom>
          <a:solidFill>
            <a:srgbClr val="E0ECE4"/>
          </a:solidFill>
          <a:ln w="19050">
            <a:solidFill>
              <a:srgbClr val="6E7F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0">
                <a:solidFill>
                  <a:srgbClr val="20302C"/>
                </a:solidFill>
                <a:latin typeface="Aptos"/>
              </a:rPr>
              <a:t>key_message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3895344"/>
            <a:ext cx="11274552" cy="1645920"/>
          </a:xfrm>
          <a:prstGeom prst="rect">
            <a:avLst/>
          </a:prstGeom>
          <a:solidFill>
            <a:srgbClr val="E4EFE7"/>
          </a:solidFill>
          <a:ln w="19050">
            <a:solidFill>
              <a:srgbClr val="6E7F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0">
                <a:solidFill>
                  <a:srgbClr val="20302C"/>
                </a:solidFill>
                <a:latin typeface="Aptos"/>
              </a:rPr>
              <a:t>content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5650992"/>
            <a:ext cx="11274552" cy="640080"/>
          </a:xfrm>
          <a:prstGeom prst="rect">
            <a:avLst/>
          </a:prstGeom>
          <a:solidFill>
            <a:srgbClr val="E8F0EA"/>
          </a:solidFill>
          <a:ln w="19050">
            <a:solidFill>
              <a:srgbClr val="6E7F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20302C"/>
                </a:solidFill>
                <a:latin typeface="Aptos"/>
              </a:rPr>
              <a:t>notes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0564063" y="146304"/>
            <a:ext cx="1115568" cy="256032"/>
          </a:xfrm>
          <a:prstGeom prst="roundRect">
            <a:avLst/>
          </a:prstGeom>
          <a:solidFill>
            <a:srgbClr val="E8E1CD"/>
          </a:solidFill>
          <a:ln w="19050">
            <a:solidFill>
              <a:srgbClr val="6E7F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20302C"/>
                </a:solidFill>
                <a:latin typeface="Aptos"/>
              </a:rPr>
              <a:t>solver · picture_caption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457200"/>
            <a:ext cx="3931920" cy="1075943"/>
          </a:xfrm>
          <a:prstGeom prst="roundRect">
            <a:avLst/>
          </a:prstGeom>
          <a:solidFill>
            <a:srgbClr val="DDD2B0"/>
          </a:solidFill>
          <a:ln w="19050">
            <a:solidFill>
              <a:srgbClr val="6E7F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>
                <a:solidFill>
                  <a:srgbClr val="20302C"/>
                </a:solidFill>
                <a:latin typeface="Aptos"/>
              </a:rPr>
              <a:t>title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606296"/>
            <a:ext cx="3931920" cy="2560320"/>
          </a:xfrm>
          <a:prstGeom prst="rect">
            <a:avLst/>
          </a:prstGeom>
          <a:solidFill>
            <a:srgbClr val="E8E1CD"/>
          </a:solidFill>
          <a:ln w="19050">
            <a:solidFill>
              <a:srgbClr val="6E7F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0">
                <a:solidFill>
                  <a:srgbClr val="20302C"/>
                </a:solidFill>
                <a:latin typeface="Aptos"/>
              </a:rPr>
              <a:t>key_message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617720" y="4239768"/>
            <a:ext cx="7114032" cy="2343912"/>
          </a:xfrm>
          <a:prstGeom prst="roundRect">
            <a:avLst/>
          </a:prstGeom>
          <a:solidFill>
            <a:srgbClr val="C7DCCF"/>
          </a:solidFill>
          <a:ln w="19050">
            <a:solidFill>
              <a:srgbClr val="6E7F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>
                <a:solidFill>
                  <a:srgbClr val="20302C"/>
                </a:solidFill>
                <a:latin typeface="Aptos"/>
              </a:rPr>
              <a:t>hero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5650992"/>
            <a:ext cx="11277295" cy="640080"/>
          </a:xfrm>
          <a:prstGeom prst="rect">
            <a:avLst/>
          </a:prstGeom>
          <a:solidFill>
            <a:srgbClr val="F0E8D8"/>
          </a:solidFill>
          <a:ln w="19050">
            <a:solidFill>
              <a:srgbClr val="6E7F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20302C"/>
                </a:solidFill>
                <a:latin typeface="Aptos"/>
              </a:rPr>
              <a:t>notes</a:t>
            </a:r>
          </a:p>
        </p:txBody>
      </p:sp>
      <p:sp>
        <p:nvSpPr>
          <p:cNvPr id="7" name="Rectangle 6"/>
          <p:cNvSpPr/>
          <p:nvPr/>
        </p:nvSpPr>
        <p:spPr>
          <a:xfrm>
            <a:off x="4617720" y="4239768"/>
            <a:ext cx="7114032" cy="1210056"/>
          </a:xfrm>
          <a:prstGeom prst="rect">
            <a:avLst/>
          </a:prstGeom>
          <a:solidFill>
            <a:srgbClr val="F2EAD6"/>
          </a:solidFill>
          <a:ln w="19050">
            <a:solidFill>
              <a:srgbClr val="6E7F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0">
                <a:solidFill>
                  <a:srgbClr val="20302C"/>
                </a:solidFill>
                <a:latin typeface="Aptos"/>
              </a:rPr>
              <a:t>content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0564063" y="146304"/>
            <a:ext cx="1115568" cy="256032"/>
          </a:xfrm>
          <a:prstGeom prst="roundRect">
            <a:avLst/>
          </a:prstGeom>
          <a:solidFill>
            <a:srgbClr val="DDE8E1"/>
          </a:solidFill>
          <a:ln w="19050">
            <a:solidFill>
              <a:srgbClr val="6E7F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20302C"/>
                </a:solidFill>
                <a:latin typeface="Aptos"/>
              </a:rPr>
              <a:t>blueprint · picture_caption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788920" y="457200"/>
            <a:ext cx="2514600" cy="731520"/>
          </a:xfrm>
          <a:prstGeom prst="roundRect">
            <a:avLst/>
          </a:prstGeom>
          <a:solidFill>
            <a:srgbClr val="CFE0D2"/>
          </a:solidFill>
          <a:ln w="19050">
            <a:solidFill>
              <a:srgbClr val="6E7F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>
                <a:solidFill>
                  <a:srgbClr val="20302C"/>
                </a:solidFill>
                <a:latin typeface="Aptos"/>
              </a:rPr>
              <a:t>title</a:t>
            </a:r>
          </a:p>
        </p:txBody>
      </p:sp>
      <p:sp>
        <p:nvSpPr>
          <p:cNvPr id="4" name="Rectangle 3"/>
          <p:cNvSpPr/>
          <p:nvPr/>
        </p:nvSpPr>
        <p:spPr>
          <a:xfrm>
            <a:off x="2788920" y="1261872"/>
            <a:ext cx="2514600" cy="2560320"/>
          </a:xfrm>
          <a:prstGeom prst="rect">
            <a:avLst/>
          </a:prstGeom>
          <a:solidFill>
            <a:srgbClr val="E0ECE4"/>
          </a:solidFill>
          <a:ln w="19050">
            <a:solidFill>
              <a:srgbClr val="6E7F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0">
                <a:solidFill>
                  <a:srgbClr val="20302C"/>
                </a:solidFill>
                <a:latin typeface="Aptos"/>
              </a:rPr>
              <a:t>key_message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5650992"/>
            <a:ext cx="11274552" cy="640080"/>
          </a:xfrm>
          <a:prstGeom prst="rect">
            <a:avLst/>
          </a:prstGeom>
          <a:solidFill>
            <a:srgbClr val="E8F0EA"/>
          </a:solidFill>
          <a:ln w="19050">
            <a:solidFill>
              <a:srgbClr val="6E7F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20302C"/>
                </a:solidFill>
                <a:latin typeface="Aptos"/>
              </a:rPr>
              <a:t>notes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0564063" y="146304"/>
            <a:ext cx="1115568" cy="256032"/>
          </a:xfrm>
          <a:prstGeom prst="roundRect">
            <a:avLst/>
          </a:prstGeom>
          <a:solidFill>
            <a:srgbClr val="E8E1CD"/>
          </a:solidFill>
          <a:ln w="19050">
            <a:solidFill>
              <a:srgbClr val="6E7F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20302C"/>
                </a:solidFill>
                <a:latin typeface="Aptos"/>
              </a:rPr>
              <a:t>solver · two_content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85800" y="457200"/>
            <a:ext cx="8887968" cy="592836"/>
          </a:xfrm>
          <a:prstGeom prst="roundRect">
            <a:avLst/>
          </a:prstGeom>
          <a:solidFill>
            <a:srgbClr val="DDD2B0"/>
          </a:solidFill>
          <a:ln w="19050">
            <a:solidFill>
              <a:srgbClr val="6E7F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>
                <a:solidFill>
                  <a:srgbClr val="20302C"/>
                </a:solidFill>
                <a:latin typeface="Aptos"/>
              </a:rPr>
              <a:t>title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123188"/>
            <a:ext cx="8887968" cy="502920"/>
          </a:xfrm>
          <a:prstGeom prst="rect">
            <a:avLst/>
          </a:prstGeom>
          <a:solidFill>
            <a:srgbClr val="E8E1CD"/>
          </a:solidFill>
          <a:ln w="19050">
            <a:solidFill>
              <a:srgbClr val="6E7F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0">
                <a:solidFill>
                  <a:srgbClr val="20302C"/>
                </a:solidFill>
                <a:latin typeface="Aptos"/>
              </a:rPr>
              <a:t>key_message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699260"/>
            <a:ext cx="1371600" cy="36576"/>
          </a:xfrm>
          <a:prstGeom prst="rect">
            <a:avLst/>
          </a:prstGeom>
          <a:solidFill>
            <a:srgbClr val="B86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1534668"/>
            <a:ext cx="1115568" cy="256032"/>
          </a:xfrm>
          <a:prstGeom prst="roundRect">
            <a:avLst/>
          </a:prstGeom>
          <a:solidFill>
            <a:srgbClr val="E8E1CD"/>
          </a:solidFill>
          <a:ln w="19050">
            <a:solidFill>
              <a:srgbClr val="6E7F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20302C"/>
                </a:solidFill>
                <a:latin typeface="Aptos"/>
              </a:rPr>
              <a:t>accent</a:t>
            </a:r>
          </a:p>
        </p:txBody>
      </p:sp>
      <p:sp>
        <p:nvSpPr>
          <p:cNvPr id="7" name="Oval 6"/>
          <p:cNvSpPr/>
          <p:nvPr/>
        </p:nvSpPr>
        <p:spPr>
          <a:xfrm>
            <a:off x="10268712" y="411480"/>
            <a:ext cx="1463040" cy="1463040"/>
          </a:xfrm>
          <a:prstGeom prst="ellipse">
            <a:avLst/>
          </a:prstGeom>
          <a:solidFill>
            <a:srgbClr val="C7DCCF"/>
          </a:solidFill>
          <a:ln w="19050">
            <a:solidFill>
              <a:srgbClr val="6E7F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20302C"/>
                </a:solidFill>
                <a:latin typeface="Aptos"/>
              </a:rPr>
              <a:t>icon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5650992"/>
            <a:ext cx="11277295" cy="640080"/>
          </a:xfrm>
          <a:prstGeom prst="rect">
            <a:avLst/>
          </a:prstGeom>
          <a:solidFill>
            <a:srgbClr val="F0E8D8"/>
          </a:solidFill>
          <a:ln w="19050">
            <a:solidFill>
              <a:srgbClr val="6E7F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20302C"/>
                </a:solidFill>
                <a:latin typeface="Aptos"/>
              </a:rPr>
              <a:t>notes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900428"/>
            <a:ext cx="4562856" cy="3549395"/>
          </a:xfrm>
          <a:prstGeom prst="rect">
            <a:avLst/>
          </a:prstGeom>
          <a:solidFill>
            <a:srgbClr val="D9E8E1"/>
          </a:solidFill>
          <a:ln w="19050">
            <a:solidFill>
              <a:srgbClr val="6E7F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0">
                <a:solidFill>
                  <a:srgbClr val="20302C"/>
                </a:solidFill>
                <a:latin typeface="Aptos"/>
              </a:rPr>
              <a:t>comparison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5248656" y="1900428"/>
            <a:ext cx="4562856" cy="3549395"/>
          </a:xfrm>
          <a:prstGeom prst="rect">
            <a:avLst/>
          </a:prstGeom>
          <a:solidFill>
            <a:srgbClr val="D9E8E1"/>
          </a:solidFill>
          <a:ln w="19050">
            <a:solidFill>
              <a:srgbClr val="6E7F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0">
                <a:solidFill>
                  <a:srgbClr val="20302C"/>
                </a:solidFill>
                <a:latin typeface="Aptos"/>
              </a:rPr>
              <a:t>comparison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0564063" y="146304"/>
            <a:ext cx="1115568" cy="256032"/>
          </a:xfrm>
          <a:prstGeom prst="roundRect">
            <a:avLst/>
          </a:prstGeom>
          <a:solidFill>
            <a:srgbClr val="DDE8E1"/>
          </a:solidFill>
          <a:ln w="19050">
            <a:solidFill>
              <a:srgbClr val="6E7F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20302C"/>
                </a:solidFill>
                <a:latin typeface="Aptos"/>
              </a:rPr>
              <a:t>blueprint · two_content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67512" y="457200"/>
            <a:ext cx="8083296" cy="457200"/>
          </a:xfrm>
          <a:prstGeom prst="roundRect">
            <a:avLst/>
          </a:prstGeom>
          <a:solidFill>
            <a:srgbClr val="CFE0D2"/>
          </a:solidFill>
          <a:ln w="19050">
            <a:solidFill>
              <a:srgbClr val="6E7F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>
                <a:solidFill>
                  <a:srgbClr val="20302C"/>
                </a:solidFill>
                <a:latin typeface="Aptos"/>
              </a:rPr>
              <a:t>title</a:t>
            </a:r>
          </a:p>
        </p:txBody>
      </p:sp>
      <p:sp>
        <p:nvSpPr>
          <p:cNvPr id="4" name="Rectangle 3"/>
          <p:cNvSpPr/>
          <p:nvPr/>
        </p:nvSpPr>
        <p:spPr>
          <a:xfrm>
            <a:off x="667512" y="987552"/>
            <a:ext cx="8083296" cy="502920"/>
          </a:xfrm>
          <a:prstGeom prst="rect">
            <a:avLst/>
          </a:prstGeom>
          <a:solidFill>
            <a:srgbClr val="E0ECE4"/>
          </a:solidFill>
          <a:ln w="19050">
            <a:solidFill>
              <a:srgbClr val="6E7F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0">
                <a:solidFill>
                  <a:srgbClr val="20302C"/>
                </a:solidFill>
                <a:latin typeface="Aptos"/>
              </a:rPr>
              <a:t>key_message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563624"/>
            <a:ext cx="1371600" cy="36576"/>
          </a:xfrm>
          <a:prstGeom prst="rect">
            <a:avLst/>
          </a:prstGeom>
          <a:solidFill>
            <a:srgbClr val="B86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1399032"/>
            <a:ext cx="1115568" cy="256032"/>
          </a:xfrm>
          <a:prstGeom prst="roundRect">
            <a:avLst/>
          </a:prstGeom>
          <a:solidFill>
            <a:srgbClr val="E8E1CD"/>
          </a:solidFill>
          <a:ln w="19050">
            <a:solidFill>
              <a:srgbClr val="6E7F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20302C"/>
                </a:solidFill>
                <a:latin typeface="Aptos"/>
              </a:rPr>
              <a:t>accent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5650992"/>
            <a:ext cx="11274552" cy="640080"/>
          </a:xfrm>
          <a:prstGeom prst="rect">
            <a:avLst/>
          </a:prstGeom>
          <a:solidFill>
            <a:srgbClr val="E8F0EA"/>
          </a:solidFill>
          <a:ln w="19050">
            <a:solidFill>
              <a:srgbClr val="6E7F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20302C"/>
                </a:solidFill>
                <a:latin typeface="Aptos"/>
              </a:rPr>
              <a:t>notes</a:t>
            </a:r>
          </a:p>
        </p:txBody>
      </p:sp>
      <p:sp>
        <p:nvSpPr>
          <p:cNvPr id="8" name="Oval 7"/>
          <p:cNvSpPr/>
          <p:nvPr/>
        </p:nvSpPr>
        <p:spPr>
          <a:xfrm>
            <a:off x="10268712" y="411480"/>
            <a:ext cx="1463040" cy="1463040"/>
          </a:xfrm>
          <a:prstGeom prst="ellipse">
            <a:avLst/>
          </a:prstGeom>
          <a:solidFill>
            <a:srgbClr val="C7DCCF"/>
          </a:solidFill>
          <a:ln w="19050">
            <a:solidFill>
              <a:srgbClr val="6E7F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20302C"/>
                </a:solidFill>
                <a:latin typeface="Aptos"/>
              </a:rPr>
              <a:t>icon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764792"/>
            <a:ext cx="4137660" cy="3776472"/>
          </a:xfrm>
          <a:prstGeom prst="rect">
            <a:avLst/>
          </a:prstGeom>
          <a:solidFill>
            <a:srgbClr val="D6E6DE"/>
          </a:solidFill>
          <a:ln w="19050">
            <a:solidFill>
              <a:srgbClr val="6E7F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0">
                <a:solidFill>
                  <a:srgbClr val="20302C"/>
                </a:solidFill>
                <a:latin typeface="Aptos"/>
              </a:rPr>
              <a:t>comparison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4823460" y="1764792"/>
            <a:ext cx="4137660" cy="3776472"/>
          </a:xfrm>
          <a:prstGeom prst="rect">
            <a:avLst/>
          </a:prstGeom>
          <a:solidFill>
            <a:srgbClr val="D6E6DE"/>
          </a:solidFill>
          <a:ln w="19050">
            <a:solidFill>
              <a:srgbClr val="6E7F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0">
                <a:solidFill>
                  <a:srgbClr val="20302C"/>
                </a:solidFill>
                <a:latin typeface="Aptos"/>
              </a:rPr>
              <a:t>comparison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0564063" y="146304"/>
            <a:ext cx="1115568" cy="256032"/>
          </a:xfrm>
          <a:prstGeom prst="roundRect">
            <a:avLst/>
          </a:prstGeom>
          <a:solidFill>
            <a:srgbClr val="E8E1CD"/>
          </a:solidFill>
          <a:ln w="19050">
            <a:solidFill>
              <a:srgbClr val="6E7F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20302C"/>
                </a:solidFill>
                <a:latin typeface="Aptos"/>
              </a:rPr>
              <a:t>solver · title_only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40664" y="365760"/>
            <a:ext cx="10707624" cy="592836"/>
          </a:xfrm>
          <a:prstGeom prst="roundRect">
            <a:avLst/>
          </a:prstGeom>
          <a:solidFill>
            <a:srgbClr val="DDD2B0"/>
          </a:solidFill>
          <a:ln w="19050">
            <a:solidFill>
              <a:srgbClr val="6E7F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>
                <a:solidFill>
                  <a:srgbClr val="20302C"/>
                </a:solidFill>
                <a:latin typeface="Aptos"/>
              </a:rPr>
              <a:t>title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5650992"/>
            <a:ext cx="11277295" cy="640080"/>
          </a:xfrm>
          <a:prstGeom prst="rect">
            <a:avLst/>
          </a:prstGeom>
          <a:solidFill>
            <a:srgbClr val="F0E8D8"/>
          </a:solidFill>
          <a:ln w="19050">
            <a:solidFill>
              <a:srgbClr val="6E7F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20302C"/>
                </a:solidFill>
                <a:latin typeface="Aptos"/>
              </a:rPr>
              <a:t>notes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31748"/>
            <a:ext cx="11274552" cy="4418076"/>
          </a:xfrm>
          <a:prstGeom prst="rect">
            <a:avLst/>
          </a:prstGeom>
          <a:solidFill>
            <a:srgbClr val="F2EAD6"/>
          </a:solidFill>
          <a:ln w="19050">
            <a:solidFill>
              <a:srgbClr val="6E7F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0">
                <a:solidFill>
                  <a:srgbClr val="20302C"/>
                </a:solidFill>
                <a:latin typeface="Aptos"/>
              </a:rPr>
              <a:t>content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0564063" y="146304"/>
            <a:ext cx="1115568" cy="256032"/>
          </a:xfrm>
          <a:prstGeom prst="roundRect">
            <a:avLst/>
          </a:prstGeom>
          <a:solidFill>
            <a:srgbClr val="DDE8E1"/>
          </a:solidFill>
          <a:ln w="19050">
            <a:solidFill>
              <a:srgbClr val="6E7F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20302C"/>
                </a:solidFill>
                <a:latin typeface="Aptos"/>
              </a:rPr>
              <a:t>blueprint · title_only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40664" y="365760"/>
            <a:ext cx="10716768" cy="457200"/>
          </a:xfrm>
          <a:prstGeom prst="roundRect">
            <a:avLst/>
          </a:prstGeom>
          <a:solidFill>
            <a:srgbClr val="CFE0D2"/>
          </a:solidFill>
          <a:ln w="19050">
            <a:solidFill>
              <a:srgbClr val="6E7F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>
                <a:solidFill>
                  <a:srgbClr val="20302C"/>
                </a:solidFill>
                <a:latin typeface="Aptos"/>
              </a:rPr>
              <a:t>title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896112"/>
            <a:ext cx="11274552" cy="4645152"/>
          </a:xfrm>
          <a:prstGeom prst="rect">
            <a:avLst/>
          </a:prstGeom>
          <a:solidFill>
            <a:srgbClr val="E4EFE7"/>
          </a:solidFill>
          <a:ln w="19050">
            <a:solidFill>
              <a:srgbClr val="6E7F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0">
                <a:solidFill>
                  <a:srgbClr val="20302C"/>
                </a:solidFill>
                <a:latin typeface="Aptos"/>
              </a:rPr>
              <a:t>content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5650992"/>
            <a:ext cx="11274552" cy="640080"/>
          </a:xfrm>
          <a:prstGeom prst="rect">
            <a:avLst/>
          </a:prstGeom>
          <a:solidFill>
            <a:srgbClr val="E8F0EA"/>
          </a:solidFill>
          <a:ln w="19050">
            <a:solidFill>
              <a:srgbClr val="6E7F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20302C"/>
                </a:solidFill>
                <a:latin typeface="Aptos"/>
              </a:rPr>
              <a:t>notes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0564063" y="146304"/>
            <a:ext cx="1115568" cy="256032"/>
          </a:xfrm>
          <a:prstGeom prst="roundRect">
            <a:avLst/>
          </a:prstGeom>
          <a:solidFill>
            <a:srgbClr val="E8E1CD"/>
          </a:solidFill>
          <a:ln w="19050">
            <a:solidFill>
              <a:srgbClr val="6E7F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20302C"/>
                </a:solidFill>
                <a:latin typeface="Aptos"/>
              </a:rPr>
              <a:t>solver · quote</a:t>
            </a:r>
          </a:p>
        </p:txBody>
      </p:sp>
      <p:sp>
        <p:nvSpPr>
          <p:cNvPr id="3" name="Rectangle 2"/>
          <p:cNvSpPr/>
          <p:nvPr/>
        </p:nvSpPr>
        <p:spPr>
          <a:xfrm>
            <a:off x="1645920" y="1463040"/>
            <a:ext cx="1371600" cy="45720"/>
          </a:xfrm>
          <a:prstGeom prst="rect">
            <a:avLst/>
          </a:prstGeom>
          <a:solidFill>
            <a:srgbClr val="B86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645920" y="1298448"/>
            <a:ext cx="1115568" cy="256032"/>
          </a:xfrm>
          <a:prstGeom prst="roundRect">
            <a:avLst/>
          </a:prstGeom>
          <a:solidFill>
            <a:srgbClr val="E8E1CD"/>
          </a:solidFill>
          <a:ln w="19050">
            <a:solidFill>
              <a:srgbClr val="6E7F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20302C"/>
                </a:solidFill>
                <a:latin typeface="Aptos"/>
              </a:rPr>
              <a:t>accent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1645920" y="5650992"/>
            <a:ext cx="8899855" cy="640080"/>
          </a:xfrm>
          <a:prstGeom prst="rect">
            <a:avLst/>
          </a:prstGeom>
          <a:solidFill>
            <a:srgbClr val="F0E8D8"/>
          </a:solidFill>
          <a:ln w="19050">
            <a:solidFill>
              <a:srgbClr val="6E7F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20302C"/>
                </a:solidFill>
                <a:latin typeface="Aptos"/>
              </a:rPr>
              <a:t>notes</a:t>
            </a:r>
          </a:p>
        </p:txBody>
      </p:sp>
      <p:sp>
        <p:nvSpPr>
          <p:cNvPr id="6" name="Rectangle 5"/>
          <p:cNvSpPr/>
          <p:nvPr/>
        </p:nvSpPr>
        <p:spPr>
          <a:xfrm>
            <a:off x="1645920" y="1673352"/>
            <a:ext cx="8897112" cy="3374136"/>
          </a:xfrm>
          <a:prstGeom prst="rect">
            <a:avLst/>
          </a:prstGeom>
          <a:solidFill>
            <a:srgbClr val="F2EAD6"/>
          </a:solidFill>
          <a:ln w="19050">
            <a:solidFill>
              <a:srgbClr val="6E7F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0">
                <a:solidFill>
                  <a:srgbClr val="20302C"/>
                </a:solidFill>
                <a:latin typeface="Aptos"/>
              </a:rPr>
              <a:t>content</a:t>
            </a:r>
          </a:p>
        </p:txBody>
      </p:sp>
      <p:sp>
        <p:nvSpPr>
          <p:cNvPr id="7" name="Rectangle 6"/>
          <p:cNvSpPr/>
          <p:nvPr/>
        </p:nvSpPr>
        <p:spPr>
          <a:xfrm>
            <a:off x="1645920" y="5120640"/>
            <a:ext cx="8897112" cy="457200"/>
          </a:xfrm>
          <a:prstGeom prst="rect">
            <a:avLst/>
          </a:prstGeom>
          <a:solidFill>
            <a:srgbClr val="E8E1CD"/>
          </a:solidFill>
          <a:ln w="19050">
            <a:solidFill>
              <a:srgbClr val="6E7F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0">
                <a:solidFill>
                  <a:srgbClr val="20302C"/>
                </a:solidFill>
                <a:latin typeface="Aptos"/>
              </a:rPr>
              <a:t>footer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0564063" y="146304"/>
            <a:ext cx="1115568" cy="256032"/>
          </a:xfrm>
          <a:prstGeom prst="roundRect">
            <a:avLst/>
          </a:prstGeom>
          <a:solidFill>
            <a:srgbClr val="DDE8E1"/>
          </a:solidFill>
          <a:ln w="19050">
            <a:solidFill>
              <a:srgbClr val="6E7F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20302C"/>
                </a:solidFill>
                <a:latin typeface="Aptos"/>
              </a:rPr>
              <a:t>blueprint · quote</a:t>
            </a:r>
          </a:p>
        </p:txBody>
      </p:sp>
      <p:sp>
        <p:nvSpPr>
          <p:cNvPr id="3" name="Rectangle 2"/>
          <p:cNvSpPr/>
          <p:nvPr/>
        </p:nvSpPr>
        <p:spPr>
          <a:xfrm>
            <a:off x="1645920" y="1463040"/>
            <a:ext cx="1371600" cy="45720"/>
          </a:xfrm>
          <a:prstGeom prst="rect">
            <a:avLst/>
          </a:prstGeom>
          <a:solidFill>
            <a:srgbClr val="B86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645920" y="1298448"/>
            <a:ext cx="1115568" cy="256032"/>
          </a:xfrm>
          <a:prstGeom prst="roundRect">
            <a:avLst/>
          </a:prstGeom>
          <a:solidFill>
            <a:srgbClr val="E8E1CD"/>
          </a:solidFill>
          <a:ln w="19050">
            <a:solidFill>
              <a:srgbClr val="6E7F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20302C"/>
                </a:solidFill>
                <a:latin typeface="Aptos"/>
              </a:rPr>
              <a:t>accent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1645920" y="1673352"/>
            <a:ext cx="8897112" cy="3337560"/>
          </a:xfrm>
          <a:prstGeom prst="rect">
            <a:avLst/>
          </a:prstGeom>
          <a:solidFill>
            <a:srgbClr val="E4EFE7"/>
          </a:solidFill>
          <a:ln w="19050">
            <a:solidFill>
              <a:srgbClr val="6E7F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0">
                <a:solidFill>
                  <a:srgbClr val="20302C"/>
                </a:solidFill>
                <a:latin typeface="Aptos"/>
              </a:rPr>
              <a:t>content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1645920" y="5650992"/>
            <a:ext cx="8897112" cy="640080"/>
          </a:xfrm>
          <a:prstGeom prst="rect">
            <a:avLst/>
          </a:prstGeom>
          <a:solidFill>
            <a:srgbClr val="E8F0EA"/>
          </a:solidFill>
          <a:ln w="19050">
            <a:solidFill>
              <a:srgbClr val="6E7F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20302C"/>
                </a:solidFill>
                <a:latin typeface="Aptos"/>
              </a:rPr>
              <a:t>notes</a:t>
            </a:r>
          </a:p>
        </p:txBody>
      </p:sp>
      <p:sp>
        <p:nvSpPr>
          <p:cNvPr id="7" name="Rectangle 6"/>
          <p:cNvSpPr/>
          <p:nvPr/>
        </p:nvSpPr>
        <p:spPr>
          <a:xfrm>
            <a:off x="1645920" y="5084064"/>
            <a:ext cx="8897112" cy="457200"/>
          </a:xfrm>
          <a:prstGeom prst="rect">
            <a:avLst/>
          </a:prstGeom>
          <a:solidFill>
            <a:srgbClr val="E0ECE4"/>
          </a:solidFill>
          <a:ln w="19050">
            <a:solidFill>
              <a:srgbClr val="6E7F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0">
                <a:solidFill>
                  <a:srgbClr val="20302C"/>
                </a:solidFill>
                <a:latin typeface="Aptos"/>
              </a:rPr>
              <a:t>footer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0564063" y="146304"/>
            <a:ext cx="1115568" cy="256032"/>
          </a:xfrm>
          <a:prstGeom prst="roundRect">
            <a:avLst/>
          </a:prstGeom>
          <a:solidFill>
            <a:srgbClr val="E8E1CD"/>
          </a:solidFill>
          <a:ln w="19050">
            <a:solidFill>
              <a:srgbClr val="6E7F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20302C"/>
                </a:solidFill>
                <a:latin typeface="Aptos"/>
              </a:rPr>
              <a:t>solver · big_number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371600" y="1307592"/>
            <a:ext cx="9445752" cy="1645920"/>
          </a:xfrm>
          <a:prstGeom prst="roundRect">
            <a:avLst/>
          </a:prstGeom>
          <a:solidFill>
            <a:srgbClr val="DDD2B0"/>
          </a:solidFill>
          <a:ln w="19050">
            <a:solidFill>
              <a:srgbClr val="6E7F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>
                <a:solidFill>
                  <a:srgbClr val="20302C"/>
                </a:solidFill>
                <a:latin typeface="Aptos"/>
              </a:rPr>
              <a:t>title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0" y="3026664"/>
            <a:ext cx="9445752" cy="548640"/>
          </a:xfrm>
          <a:prstGeom prst="rect">
            <a:avLst/>
          </a:prstGeom>
          <a:solidFill>
            <a:srgbClr val="E8E1CD"/>
          </a:solidFill>
          <a:ln w="19050">
            <a:solidFill>
              <a:srgbClr val="6E7F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0">
                <a:solidFill>
                  <a:srgbClr val="20302C"/>
                </a:solidFill>
                <a:latin typeface="Aptos"/>
              </a:rPr>
              <a:t>key_message</a:t>
            </a:r>
          </a:p>
        </p:txBody>
      </p:sp>
      <p:sp>
        <p:nvSpPr>
          <p:cNvPr id="5" name="Rectangle 4"/>
          <p:cNvSpPr/>
          <p:nvPr/>
        </p:nvSpPr>
        <p:spPr>
          <a:xfrm>
            <a:off x="1371600" y="1097280"/>
            <a:ext cx="1371600" cy="45720"/>
          </a:xfrm>
          <a:prstGeom prst="rect">
            <a:avLst/>
          </a:prstGeom>
          <a:solidFill>
            <a:srgbClr val="B86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371600" y="932688"/>
            <a:ext cx="1115568" cy="256032"/>
          </a:xfrm>
          <a:prstGeom prst="roundRect">
            <a:avLst/>
          </a:prstGeom>
          <a:solidFill>
            <a:srgbClr val="E8E1CD"/>
          </a:solidFill>
          <a:ln w="19050">
            <a:solidFill>
              <a:srgbClr val="6E7F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20302C"/>
                </a:solidFill>
                <a:latin typeface="Aptos"/>
              </a:rPr>
              <a:t>accent</a:t>
            </a:r>
          </a:p>
        </p:txBody>
      </p:sp>
      <p:sp>
        <p:nvSpPr>
          <p:cNvPr id="7" name="Rectangle 6"/>
          <p:cNvSpPr/>
          <p:nvPr/>
        </p:nvSpPr>
        <p:spPr>
          <a:xfrm>
            <a:off x="1371600" y="5650992"/>
            <a:ext cx="9448495" cy="640080"/>
          </a:xfrm>
          <a:prstGeom prst="rect">
            <a:avLst/>
          </a:prstGeom>
          <a:solidFill>
            <a:srgbClr val="F0E8D8"/>
          </a:solidFill>
          <a:ln w="19050">
            <a:solidFill>
              <a:srgbClr val="6E7F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20302C"/>
                </a:solidFill>
                <a:latin typeface="Aptos"/>
              </a:rPr>
              <a:t>notes</a:t>
            </a:r>
          </a:p>
        </p:txBody>
      </p:sp>
      <p:sp>
        <p:nvSpPr>
          <p:cNvPr id="8" name="Rectangle 7"/>
          <p:cNvSpPr/>
          <p:nvPr/>
        </p:nvSpPr>
        <p:spPr>
          <a:xfrm>
            <a:off x="1371600" y="3648456"/>
            <a:ext cx="9445752" cy="1801367"/>
          </a:xfrm>
          <a:prstGeom prst="rect">
            <a:avLst/>
          </a:prstGeom>
          <a:solidFill>
            <a:srgbClr val="F2EAD6"/>
          </a:solidFill>
          <a:ln w="19050">
            <a:solidFill>
              <a:srgbClr val="6E7F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0">
                <a:solidFill>
                  <a:srgbClr val="20302C"/>
                </a:solidFill>
                <a:latin typeface="Aptos"/>
              </a:rPr>
              <a:t>content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0564063" y="146304"/>
            <a:ext cx="1115568" cy="256032"/>
          </a:xfrm>
          <a:prstGeom prst="roundRect">
            <a:avLst/>
          </a:prstGeom>
          <a:solidFill>
            <a:srgbClr val="DDE8E1"/>
          </a:solidFill>
          <a:ln w="19050">
            <a:solidFill>
              <a:srgbClr val="6E7F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20302C"/>
                </a:solidFill>
                <a:latin typeface="Aptos"/>
              </a:rPr>
              <a:t>blueprint · big_number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371600" y="1307592"/>
            <a:ext cx="9445752" cy="1645920"/>
          </a:xfrm>
          <a:prstGeom prst="roundRect">
            <a:avLst/>
          </a:prstGeom>
          <a:solidFill>
            <a:srgbClr val="CFE0D2"/>
          </a:solidFill>
          <a:ln w="19050">
            <a:solidFill>
              <a:srgbClr val="6E7F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>
                <a:solidFill>
                  <a:srgbClr val="20302C"/>
                </a:solidFill>
                <a:latin typeface="Aptos"/>
              </a:rPr>
              <a:t>title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0" y="3026664"/>
            <a:ext cx="9445752" cy="548640"/>
          </a:xfrm>
          <a:prstGeom prst="rect">
            <a:avLst/>
          </a:prstGeom>
          <a:solidFill>
            <a:srgbClr val="E0ECE4"/>
          </a:solidFill>
          <a:ln w="19050">
            <a:solidFill>
              <a:srgbClr val="6E7F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0">
                <a:solidFill>
                  <a:srgbClr val="20302C"/>
                </a:solidFill>
                <a:latin typeface="Aptos"/>
              </a:rPr>
              <a:t>key_message</a:t>
            </a:r>
          </a:p>
        </p:txBody>
      </p:sp>
      <p:sp>
        <p:nvSpPr>
          <p:cNvPr id="5" name="Rectangle 4"/>
          <p:cNvSpPr/>
          <p:nvPr/>
        </p:nvSpPr>
        <p:spPr>
          <a:xfrm>
            <a:off x="1371600" y="1097280"/>
            <a:ext cx="1371600" cy="45720"/>
          </a:xfrm>
          <a:prstGeom prst="rect">
            <a:avLst/>
          </a:prstGeom>
          <a:solidFill>
            <a:srgbClr val="B86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371600" y="932688"/>
            <a:ext cx="1115568" cy="256032"/>
          </a:xfrm>
          <a:prstGeom prst="roundRect">
            <a:avLst/>
          </a:prstGeom>
          <a:solidFill>
            <a:srgbClr val="E8E1CD"/>
          </a:solidFill>
          <a:ln w="19050">
            <a:solidFill>
              <a:srgbClr val="6E7F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20302C"/>
                </a:solidFill>
                <a:latin typeface="Aptos"/>
              </a:rPr>
              <a:t>accent</a:t>
            </a:r>
          </a:p>
        </p:txBody>
      </p:sp>
      <p:sp>
        <p:nvSpPr>
          <p:cNvPr id="7" name="Rectangle 6"/>
          <p:cNvSpPr/>
          <p:nvPr/>
        </p:nvSpPr>
        <p:spPr>
          <a:xfrm>
            <a:off x="1371600" y="3648456"/>
            <a:ext cx="9445752" cy="1892807"/>
          </a:xfrm>
          <a:prstGeom prst="rect">
            <a:avLst/>
          </a:prstGeom>
          <a:solidFill>
            <a:srgbClr val="E4EFE7"/>
          </a:solidFill>
          <a:ln w="19050">
            <a:solidFill>
              <a:srgbClr val="6E7F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0">
                <a:solidFill>
                  <a:srgbClr val="20302C"/>
                </a:solidFill>
                <a:latin typeface="Aptos"/>
              </a:rPr>
              <a:t>content</a:t>
            </a:r>
          </a:p>
        </p:txBody>
      </p:sp>
      <p:sp>
        <p:nvSpPr>
          <p:cNvPr id="8" name="Rectangle 7"/>
          <p:cNvSpPr/>
          <p:nvPr/>
        </p:nvSpPr>
        <p:spPr>
          <a:xfrm>
            <a:off x="1371600" y="5650992"/>
            <a:ext cx="9445752" cy="640080"/>
          </a:xfrm>
          <a:prstGeom prst="rect">
            <a:avLst/>
          </a:prstGeom>
          <a:solidFill>
            <a:srgbClr val="E8F0EA"/>
          </a:solidFill>
          <a:ln w="19050">
            <a:solidFill>
              <a:srgbClr val="6E7F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20302C"/>
                </a:solidFill>
                <a:latin typeface="Aptos"/>
              </a:rPr>
              <a:t>notes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0564063" y="146304"/>
            <a:ext cx="1115568" cy="256032"/>
          </a:xfrm>
          <a:prstGeom prst="roundRect">
            <a:avLst/>
          </a:prstGeom>
          <a:solidFill>
            <a:srgbClr val="E8E1CD"/>
          </a:solidFill>
          <a:ln w="19050">
            <a:solidFill>
              <a:srgbClr val="6E7F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20302C"/>
                </a:solidFill>
                <a:latin typeface="Aptos"/>
              </a:rPr>
              <a:t>solver · process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85800" y="457200"/>
            <a:ext cx="8887968" cy="592836"/>
          </a:xfrm>
          <a:prstGeom prst="roundRect">
            <a:avLst/>
          </a:prstGeom>
          <a:solidFill>
            <a:srgbClr val="DDD2B0"/>
          </a:solidFill>
          <a:ln w="19050">
            <a:solidFill>
              <a:srgbClr val="6E7F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>
                <a:solidFill>
                  <a:srgbClr val="20302C"/>
                </a:solidFill>
                <a:latin typeface="Aptos"/>
              </a:rPr>
              <a:t>title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123188"/>
            <a:ext cx="8887968" cy="502920"/>
          </a:xfrm>
          <a:prstGeom prst="rect">
            <a:avLst/>
          </a:prstGeom>
          <a:solidFill>
            <a:srgbClr val="E8E1CD"/>
          </a:solidFill>
          <a:ln w="19050">
            <a:solidFill>
              <a:srgbClr val="6E7F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0">
                <a:solidFill>
                  <a:srgbClr val="20302C"/>
                </a:solidFill>
                <a:latin typeface="Aptos"/>
              </a:rPr>
              <a:t>key_message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699260"/>
            <a:ext cx="1371600" cy="36576"/>
          </a:xfrm>
          <a:prstGeom prst="rect">
            <a:avLst/>
          </a:prstGeom>
          <a:solidFill>
            <a:srgbClr val="B86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1534668"/>
            <a:ext cx="1115568" cy="256032"/>
          </a:xfrm>
          <a:prstGeom prst="roundRect">
            <a:avLst/>
          </a:prstGeom>
          <a:solidFill>
            <a:srgbClr val="E8E1CD"/>
          </a:solidFill>
          <a:ln w="19050">
            <a:solidFill>
              <a:srgbClr val="6E7F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20302C"/>
                </a:solidFill>
                <a:latin typeface="Aptos"/>
              </a:rPr>
              <a:t>accent</a:t>
            </a:r>
          </a:p>
        </p:txBody>
      </p:sp>
      <p:sp>
        <p:nvSpPr>
          <p:cNvPr id="7" name="Oval 6"/>
          <p:cNvSpPr/>
          <p:nvPr/>
        </p:nvSpPr>
        <p:spPr>
          <a:xfrm>
            <a:off x="10268712" y="411480"/>
            <a:ext cx="1463040" cy="1463040"/>
          </a:xfrm>
          <a:prstGeom prst="ellipse">
            <a:avLst/>
          </a:prstGeom>
          <a:solidFill>
            <a:srgbClr val="C7DCCF"/>
          </a:solidFill>
          <a:ln w="19050">
            <a:solidFill>
              <a:srgbClr val="6E7F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20302C"/>
                </a:solidFill>
                <a:latin typeface="Aptos"/>
              </a:rPr>
              <a:t>icon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5650992"/>
            <a:ext cx="11277295" cy="640080"/>
          </a:xfrm>
          <a:prstGeom prst="rect">
            <a:avLst/>
          </a:prstGeom>
          <a:solidFill>
            <a:srgbClr val="F0E8D8"/>
          </a:solidFill>
          <a:ln w="19050">
            <a:solidFill>
              <a:srgbClr val="6E7F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20302C"/>
                </a:solidFill>
                <a:latin typeface="Aptos"/>
              </a:rPr>
              <a:t>notes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900428"/>
            <a:ext cx="2130552" cy="1664208"/>
          </a:xfrm>
          <a:prstGeom prst="roundRect">
            <a:avLst/>
          </a:prstGeom>
          <a:solidFill>
            <a:srgbClr val="D9E8E1"/>
          </a:solidFill>
          <a:ln w="19050">
            <a:solidFill>
              <a:srgbClr val="6E7F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0">
                <a:solidFill>
                  <a:srgbClr val="20302C"/>
                </a:solidFill>
                <a:latin typeface="Aptos"/>
              </a:rPr>
              <a:t/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" y="3144012"/>
            <a:ext cx="1115568" cy="256032"/>
          </a:xfrm>
          <a:prstGeom prst="roundRect">
            <a:avLst/>
          </a:prstGeom>
          <a:solidFill>
            <a:srgbClr val="E9E2CF"/>
          </a:solidFill>
          <a:ln w="19050">
            <a:solidFill>
              <a:srgbClr val="6E7F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20302C"/>
                </a:solidFill>
                <a:latin typeface="Aptos"/>
              </a:rPr>
              <a:t>header_icon_card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010156"/>
            <a:ext cx="1911095" cy="274320"/>
          </a:xfrm>
          <a:prstGeom prst="roundRect">
            <a:avLst/>
          </a:prstGeom>
          <a:solidFill>
            <a:srgbClr val="9BBB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58368" y="2046732"/>
            <a:ext cx="164592" cy="164592"/>
          </a:xfrm>
          <a:prstGeom prst="ellipse">
            <a:avLst/>
          </a:prstGeom>
          <a:solidFill>
            <a:srgbClr val="7A9F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03504" y="2321052"/>
            <a:ext cx="1837944" cy="27432"/>
          </a:xfrm>
          <a:prstGeom prst="rect">
            <a:avLst/>
          </a:prstGeom>
          <a:solidFill>
            <a:srgbClr val="6E7F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40080" y="2449068"/>
            <a:ext cx="1673352" cy="91440"/>
          </a:xfrm>
          <a:prstGeom prst="roundRect">
            <a:avLst/>
          </a:prstGeom>
          <a:solidFill>
            <a:srgbClr val="203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40080" y="2650236"/>
            <a:ext cx="1472184" cy="91440"/>
          </a:xfrm>
          <a:prstGeom prst="roundRect">
            <a:avLst/>
          </a:prstGeom>
          <a:solidFill>
            <a:srgbClr val="6070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40080" y="2851404"/>
            <a:ext cx="1216152" cy="91440"/>
          </a:xfrm>
          <a:prstGeom prst="roundRect">
            <a:avLst/>
          </a:prstGeom>
          <a:solidFill>
            <a:srgbClr val="6070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2862072" y="1900428"/>
            <a:ext cx="2130552" cy="1664208"/>
          </a:xfrm>
          <a:prstGeom prst="roundRect">
            <a:avLst/>
          </a:prstGeom>
          <a:solidFill>
            <a:srgbClr val="D9E8E1"/>
          </a:solidFill>
          <a:ln w="19050">
            <a:solidFill>
              <a:srgbClr val="6E7F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0">
                <a:solidFill>
                  <a:srgbClr val="20302C"/>
                </a:solidFill>
                <a:latin typeface="Aptos"/>
              </a:rPr>
              <a:t/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026664" y="3144012"/>
            <a:ext cx="1115568" cy="256032"/>
          </a:xfrm>
          <a:prstGeom prst="roundRect">
            <a:avLst/>
          </a:prstGeom>
          <a:solidFill>
            <a:srgbClr val="E9E2CF"/>
          </a:solidFill>
          <a:ln w="19050">
            <a:solidFill>
              <a:srgbClr val="6E7F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20302C"/>
                </a:solidFill>
                <a:latin typeface="Aptos"/>
              </a:rPr>
              <a:t>header_icon_card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971800" y="2010156"/>
            <a:ext cx="1911095" cy="274320"/>
          </a:xfrm>
          <a:prstGeom prst="roundRect">
            <a:avLst/>
          </a:prstGeom>
          <a:solidFill>
            <a:srgbClr val="9BBB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3063240" y="2046732"/>
            <a:ext cx="164592" cy="164592"/>
          </a:xfrm>
          <a:prstGeom prst="ellipse">
            <a:avLst/>
          </a:prstGeom>
          <a:solidFill>
            <a:srgbClr val="7A9F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008376" y="2321052"/>
            <a:ext cx="1837944" cy="27432"/>
          </a:xfrm>
          <a:prstGeom prst="rect">
            <a:avLst/>
          </a:prstGeom>
          <a:solidFill>
            <a:srgbClr val="6E7F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3044952" y="2449068"/>
            <a:ext cx="1673352" cy="91440"/>
          </a:xfrm>
          <a:prstGeom prst="roundRect">
            <a:avLst/>
          </a:prstGeom>
          <a:solidFill>
            <a:srgbClr val="203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3044952" y="2650236"/>
            <a:ext cx="1472184" cy="91440"/>
          </a:xfrm>
          <a:prstGeom prst="roundRect">
            <a:avLst/>
          </a:prstGeom>
          <a:solidFill>
            <a:srgbClr val="6070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3044952" y="2851404"/>
            <a:ext cx="1216152" cy="91440"/>
          </a:xfrm>
          <a:prstGeom prst="roundRect">
            <a:avLst/>
          </a:prstGeom>
          <a:solidFill>
            <a:srgbClr val="6070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5266944" y="1900428"/>
            <a:ext cx="2130552" cy="1664208"/>
          </a:xfrm>
          <a:prstGeom prst="roundRect">
            <a:avLst/>
          </a:prstGeom>
          <a:solidFill>
            <a:srgbClr val="D9E8E1"/>
          </a:solidFill>
          <a:ln w="19050">
            <a:solidFill>
              <a:srgbClr val="6E7F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0">
                <a:solidFill>
                  <a:srgbClr val="20302C"/>
                </a:solidFill>
                <a:latin typeface="Aptos"/>
              </a:rPr>
              <a:t/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31536" y="3144012"/>
            <a:ext cx="1115568" cy="256032"/>
          </a:xfrm>
          <a:prstGeom prst="roundRect">
            <a:avLst/>
          </a:prstGeom>
          <a:solidFill>
            <a:srgbClr val="E9E2CF"/>
          </a:solidFill>
          <a:ln w="19050">
            <a:solidFill>
              <a:srgbClr val="6E7F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20302C"/>
                </a:solidFill>
                <a:latin typeface="Aptos"/>
              </a:rPr>
              <a:t>header_icon_card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376672" y="2010156"/>
            <a:ext cx="1911095" cy="274320"/>
          </a:xfrm>
          <a:prstGeom prst="roundRect">
            <a:avLst/>
          </a:prstGeom>
          <a:solidFill>
            <a:srgbClr val="9BBB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5468112" y="2046732"/>
            <a:ext cx="164592" cy="164592"/>
          </a:xfrm>
          <a:prstGeom prst="ellipse">
            <a:avLst/>
          </a:prstGeom>
          <a:solidFill>
            <a:srgbClr val="7A9F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413248" y="2321052"/>
            <a:ext cx="1837944" cy="27432"/>
          </a:xfrm>
          <a:prstGeom prst="rect">
            <a:avLst/>
          </a:prstGeom>
          <a:solidFill>
            <a:srgbClr val="6E7F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5449824" y="2449068"/>
            <a:ext cx="1673352" cy="91440"/>
          </a:xfrm>
          <a:prstGeom prst="roundRect">
            <a:avLst/>
          </a:prstGeom>
          <a:solidFill>
            <a:srgbClr val="203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5449824" y="2650236"/>
            <a:ext cx="1472184" cy="91440"/>
          </a:xfrm>
          <a:prstGeom prst="roundRect">
            <a:avLst/>
          </a:prstGeom>
          <a:solidFill>
            <a:srgbClr val="6070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5449824" y="2851404"/>
            <a:ext cx="1216152" cy="91440"/>
          </a:xfrm>
          <a:prstGeom prst="roundRect">
            <a:avLst/>
          </a:prstGeom>
          <a:solidFill>
            <a:srgbClr val="6070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7671816" y="1900428"/>
            <a:ext cx="2130552" cy="1664208"/>
          </a:xfrm>
          <a:prstGeom prst="roundRect">
            <a:avLst/>
          </a:prstGeom>
          <a:solidFill>
            <a:srgbClr val="D9E8E1"/>
          </a:solidFill>
          <a:ln w="19050">
            <a:solidFill>
              <a:srgbClr val="6E7F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0">
                <a:solidFill>
                  <a:srgbClr val="20302C"/>
                </a:solidFill>
                <a:latin typeface="Aptos"/>
              </a:rPr>
              <a:t/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836408" y="3144012"/>
            <a:ext cx="1115568" cy="256032"/>
          </a:xfrm>
          <a:prstGeom prst="roundRect">
            <a:avLst/>
          </a:prstGeom>
          <a:solidFill>
            <a:srgbClr val="E9E2CF"/>
          </a:solidFill>
          <a:ln w="19050">
            <a:solidFill>
              <a:srgbClr val="6E7F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20302C"/>
                </a:solidFill>
                <a:latin typeface="Aptos"/>
              </a:rPr>
              <a:t>header_icon_card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781544" y="2010156"/>
            <a:ext cx="1911095" cy="274320"/>
          </a:xfrm>
          <a:prstGeom prst="roundRect">
            <a:avLst/>
          </a:prstGeom>
          <a:solidFill>
            <a:srgbClr val="9BBB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7872984" y="2046732"/>
            <a:ext cx="164592" cy="164592"/>
          </a:xfrm>
          <a:prstGeom prst="ellipse">
            <a:avLst/>
          </a:prstGeom>
          <a:solidFill>
            <a:srgbClr val="7A9F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818120" y="2321052"/>
            <a:ext cx="1837944" cy="27432"/>
          </a:xfrm>
          <a:prstGeom prst="rect">
            <a:avLst/>
          </a:prstGeom>
          <a:solidFill>
            <a:srgbClr val="6E7F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7854696" y="2449068"/>
            <a:ext cx="1673352" cy="91440"/>
          </a:xfrm>
          <a:prstGeom prst="roundRect">
            <a:avLst/>
          </a:prstGeom>
          <a:solidFill>
            <a:srgbClr val="203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7854696" y="2650236"/>
            <a:ext cx="1472184" cy="91440"/>
          </a:xfrm>
          <a:prstGeom prst="roundRect">
            <a:avLst/>
          </a:prstGeom>
          <a:solidFill>
            <a:srgbClr val="6070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7854696" y="2851404"/>
            <a:ext cx="1216152" cy="91440"/>
          </a:xfrm>
          <a:prstGeom prst="roundRect">
            <a:avLst/>
          </a:prstGeom>
          <a:solidFill>
            <a:srgbClr val="6070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0564063" y="146304"/>
            <a:ext cx="1115568" cy="256032"/>
          </a:xfrm>
          <a:prstGeom prst="roundRect">
            <a:avLst/>
          </a:prstGeom>
          <a:solidFill>
            <a:srgbClr val="DDE8E1"/>
          </a:solidFill>
          <a:ln w="19050">
            <a:solidFill>
              <a:srgbClr val="6E7F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20302C"/>
                </a:solidFill>
                <a:latin typeface="Aptos"/>
              </a:rPr>
              <a:t>blueprint · process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67512" y="457200"/>
            <a:ext cx="8083296" cy="457200"/>
          </a:xfrm>
          <a:prstGeom prst="roundRect">
            <a:avLst/>
          </a:prstGeom>
          <a:solidFill>
            <a:srgbClr val="CFE0D2"/>
          </a:solidFill>
          <a:ln w="19050">
            <a:solidFill>
              <a:srgbClr val="6E7F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>
                <a:solidFill>
                  <a:srgbClr val="20302C"/>
                </a:solidFill>
                <a:latin typeface="Aptos"/>
              </a:rPr>
              <a:t>title</a:t>
            </a:r>
          </a:p>
        </p:txBody>
      </p:sp>
      <p:sp>
        <p:nvSpPr>
          <p:cNvPr id="4" name="Rectangle 3"/>
          <p:cNvSpPr/>
          <p:nvPr/>
        </p:nvSpPr>
        <p:spPr>
          <a:xfrm>
            <a:off x="667512" y="987552"/>
            <a:ext cx="8083296" cy="502920"/>
          </a:xfrm>
          <a:prstGeom prst="rect">
            <a:avLst/>
          </a:prstGeom>
          <a:solidFill>
            <a:srgbClr val="E0ECE4"/>
          </a:solidFill>
          <a:ln w="19050">
            <a:solidFill>
              <a:srgbClr val="6E7F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0">
                <a:solidFill>
                  <a:srgbClr val="20302C"/>
                </a:solidFill>
                <a:latin typeface="Aptos"/>
              </a:rPr>
              <a:t>key_message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563624"/>
            <a:ext cx="1371600" cy="36576"/>
          </a:xfrm>
          <a:prstGeom prst="rect">
            <a:avLst/>
          </a:prstGeom>
          <a:solidFill>
            <a:srgbClr val="B86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1399032"/>
            <a:ext cx="1115568" cy="256032"/>
          </a:xfrm>
          <a:prstGeom prst="roundRect">
            <a:avLst/>
          </a:prstGeom>
          <a:solidFill>
            <a:srgbClr val="E8E1CD"/>
          </a:solidFill>
          <a:ln w="19050">
            <a:solidFill>
              <a:srgbClr val="6E7F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20302C"/>
                </a:solidFill>
                <a:latin typeface="Aptos"/>
              </a:rPr>
              <a:t>accent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5650992"/>
            <a:ext cx="11274552" cy="640080"/>
          </a:xfrm>
          <a:prstGeom prst="rect">
            <a:avLst/>
          </a:prstGeom>
          <a:solidFill>
            <a:srgbClr val="E8F0EA"/>
          </a:solidFill>
          <a:ln w="19050">
            <a:solidFill>
              <a:srgbClr val="6E7F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20302C"/>
                </a:solidFill>
                <a:latin typeface="Aptos"/>
              </a:rPr>
              <a:t>notes</a:t>
            </a:r>
          </a:p>
        </p:txBody>
      </p:sp>
      <p:sp>
        <p:nvSpPr>
          <p:cNvPr id="8" name="Oval 7"/>
          <p:cNvSpPr/>
          <p:nvPr/>
        </p:nvSpPr>
        <p:spPr>
          <a:xfrm>
            <a:off x="10268712" y="411480"/>
            <a:ext cx="1463040" cy="1463040"/>
          </a:xfrm>
          <a:prstGeom prst="ellipse">
            <a:avLst/>
          </a:prstGeom>
          <a:solidFill>
            <a:srgbClr val="C7DCCF"/>
          </a:solidFill>
          <a:ln w="19050">
            <a:solidFill>
              <a:srgbClr val="6E7F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20302C"/>
                </a:solidFill>
                <a:latin typeface="Aptos"/>
              </a:rPr>
              <a:t>icon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764792"/>
            <a:ext cx="2057400" cy="1773936"/>
          </a:xfrm>
          <a:prstGeom prst="roundRect">
            <a:avLst/>
          </a:prstGeom>
          <a:solidFill>
            <a:srgbClr val="D6E6DE"/>
          </a:solidFill>
          <a:ln w="19050">
            <a:solidFill>
              <a:srgbClr val="6E7F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0">
                <a:solidFill>
                  <a:srgbClr val="20302C"/>
                </a:solidFill>
                <a:latin typeface="Aptos"/>
              </a:rPr>
              <a:t/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" y="3118104"/>
            <a:ext cx="1115568" cy="256032"/>
          </a:xfrm>
          <a:prstGeom prst="roundRect">
            <a:avLst/>
          </a:prstGeom>
          <a:solidFill>
            <a:srgbClr val="E9E2CF"/>
          </a:solidFill>
          <a:ln w="19050">
            <a:solidFill>
              <a:srgbClr val="6E7F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20302C"/>
                </a:solidFill>
                <a:latin typeface="Aptos"/>
              </a:rPr>
              <a:t>header_icon_card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1874519"/>
            <a:ext cx="1837943" cy="274320"/>
          </a:xfrm>
          <a:prstGeom prst="roundRect">
            <a:avLst/>
          </a:prstGeom>
          <a:solidFill>
            <a:srgbClr val="9BBB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58368" y="1911095"/>
            <a:ext cx="164592" cy="164592"/>
          </a:xfrm>
          <a:prstGeom prst="ellipse">
            <a:avLst/>
          </a:prstGeom>
          <a:solidFill>
            <a:srgbClr val="7A9F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03504" y="2185416"/>
            <a:ext cx="1764792" cy="27432"/>
          </a:xfrm>
          <a:prstGeom prst="rect">
            <a:avLst/>
          </a:prstGeom>
          <a:solidFill>
            <a:srgbClr val="6E7F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40080" y="2313432"/>
            <a:ext cx="1600200" cy="91440"/>
          </a:xfrm>
          <a:prstGeom prst="roundRect">
            <a:avLst/>
          </a:prstGeom>
          <a:solidFill>
            <a:srgbClr val="203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40080" y="2514600"/>
            <a:ext cx="1399032" cy="91440"/>
          </a:xfrm>
          <a:prstGeom prst="roundRect">
            <a:avLst/>
          </a:prstGeom>
          <a:solidFill>
            <a:srgbClr val="6070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40080" y="2715768"/>
            <a:ext cx="1143000" cy="91440"/>
          </a:xfrm>
          <a:prstGeom prst="roundRect">
            <a:avLst/>
          </a:prstGeom>
          <a:solidFill>
            <a:srgbClr val="6070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2788920" y="1764792"/>
            <a:ext cx="2057400" cy="1773936"/>
          </a:xfrm>
          <a:prstGeom prst="roundRect">
            <a:avLst/>
          </a:prstGeom>
          <a:solidFill>
            <a:srgbClr val="D6E6DE"/>
          </a:solidFill>
          <a:ln w="19050">
            <a:solidFill>
              <a:srgbClr val="6E7F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0">
                <a:solidFill>
                  <a:srgbClr val="20302C"/>
                </a:solidFill>
                <a:latin typeface="Aptos"/>
              </a:rPr>
              <a:t/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953512" y="3118104"/>
            <a:ext cx="1115568" cy="256032"/>
          </a:xfrm>
          <a:prstGeom prst="roundRect">
            <a:avLst/>
          </a:prstGeom>
          <a:solidFill>
            <a:srgbClr val="E9E2CF"/>
          </a:solidFill>
          <a:ln w="19050">
            <a:solidFill>
              <a:srgbClr val="6E7F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20302C"/>
                </a:solidFill>
                <a:latin typeface="Aptos"/>
              </a:rPr>
              <a:t>header_icon_card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898648" y="1874519"/>
            <a:ext cx="1837943" cy="274320"/>
          </a:xfrm>
          <a:prstGeom prst="roundRect">
            <a:avLst/>
          </a:prstGeom>
          <a:solidFill>
            <a:srgbClr val="9BBB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990088" y="1911095"/>
            <a:ext cx="164592" cy="164592"/>
          </a:xfrm>
          <a:prstGeom prst="ellipse">
            <a:avLst/>
          </a:prstGeom>
          <a:solidFill>
            <a:srgbClr val="7A9F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935224" y="2185416"/>
            <a:ext cx="1764792" cy="27432"/>
          </a:xfrm>
          <a:prstGeom prst="rect">
            <a:avLst/>
          </a:prstGeom>
          <a:solidFill>
            <a:srgbClr val="6E7F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2971800" y="2313432"/>
            <a:ext cx="1600200" cy="91440"/>
          </a:xfrm>
          <a:prstGeom prst="roundRect">
            <a:avLst/>
          </a:prstGeom>
          <a:solidFill>
            <a:srgbClr val="203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2971800" y="2514600"/>
            <a:ext cx="1399032" cy="91440"/>
          </a:xfrm>
          <a:prstGeom prst="roundRect">
            <a:avLst/>
          </a:prstGeom>
          <a:solidFill>
            <a:srgbClr val="6070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2971800" y="2715768"/>
            <a:ext cx="1143000" cy="91440"/>
          </a:xfrm>
          <a:prstGeom prst="roundRect">
            <a:avLst/>
          </a:prstGeom>
          <a:solidFill>
            <a:srgbClr val="6070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5120640" y="1764792"/>
            <a:ext cx="2057400" cy="1773936"/>
          </a:xfrm>
          <a:prstGeom prst="roundRect">
            <a:avLst/>
          </a:prstGeom>
          <a:solidFill>
            <a:srgbClr val="D6E6DE"/>
          </a:solidFill>
          <a:ln w="19050">
            <a:solidFill>
              <a:srgbClr val="6E7F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0">
                <a:solidFill>
                  <a:srgbClr val="20302C"/>
                </a:solidFill>
                <a:latin typeface="Aptos"/>
              </a:rPr>
              <a:t/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285231" y="3118104"/>
            <a:ext cx="1115568" cy="256032"/>
          </a:xfrm>
          <a:prstGeom prst="roundRect">
            <a:avLst/>
          </a:prstGeom>
          <a:solidFill>
            <a:srgbClr val="E9E2CF"/>
          </a:solidFill>
          <a:ln w="19050">
            <a:solidFill>
              <a:srgbClr val="6E7F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20302C"/>
                </a:solidFill>
                <a:latin typeface="Aptos"/>
              </a:rPr>
              <a:t>header_icon_card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230368" y="1874519"/>
            <a:ext cx="1837943" cy="274320"/>
          </a:xfrm>
          <a:prstGeom prst="roundRect">
            <a:avLst/>
          </a:prstGeom>
          <a:solidFill>
            <a:srgbClr val="9BBB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5321807" y="1911095"/>
            <a:ext cx="164592" cy="164592"/>
          </a:xfrm>
          <a:prstGeom prst="ellipse">
            <a:avLst/>
          </a:prstGeom>
          <a:solidFill>
            <a:srgbClr val="7A9F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266944" y="2185416"/>
            <a:ext cx="1764792" cy="27432"/>
          </a:xfrm>
          <a:prstGeom prst="rect">
            <a:avLst/>
          </a:prstGeom>
          <a:solidFill>
            <a:srgbClr val="6E7F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5303520" y="2313432"/>
            <a:ext cx="1600200" cy="91440"/>
          </a:xfrm>
          <a:prstGeom prst="roundRect">
            <a:avLst/>
          </a:prstGeom>
          <a:solidFill>
            <a:srgbClr val="203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5303520" y="2514600"/>
            <a:ext cx="1399032" cy="91440"/>
          </a:xfrm>
          <a:prstGeom prst="roundRect">
            <a:avLst/>
          </a:prstGeom>
          <a:solidFill>
            <a:srgbClr val="6070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5303520" y="2715768"/>
            <a:ext cx="1143000" cy="91440"/>
          </a:xfrm>
          <a:prstGeom prst="roundRect">
            <a:avLst/>
          </a:prstGeom>
          <a:solidFill>
            <a:srgbClr val="6070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7452359" y="1764792"/>
            <a:ext cx="2057400" cy="1773936"/>
          </a:xfrm>
          <a:prstGeom prst="roundRect">
            <a:avLst/>
          </a:prstGeom>
          <a:solidFill>
            <a:srgbClr val="D6E6DE"/>
          </a:solidFill>
          <a:ln w="19050">
            <a:solidFill>
              <a:srgbClr val="6E7F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0">
                <a:solidFill>
                  <a:srgbClr val="20302C"/>
                </a:solidFill>
                <a:latin typeface="Aptos"/>
              </a:rPr>
              <a:t/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616951" y="3118104"/>
            <a:ext cx="1115568" cy="256032"/>
          </a:xfrm>
          <a:prstGeom prst="roundRect">
            <a:avLst/>
          </a:prstGeom>
          <a:solidFill>
            <a:srgbClr val="E9E2CF"/>
          </a:solidFill>
          <a:ln w="19050">
            <a:solidFill>
              <a:srgbClr val="6E7F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20302C"/>
                </a:solidFill>
                <a:latin typeface="Aptos"/>
              </a:rPr>
              <a:t>header_icon_card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562087" y="1874519"/>
            <a:ext cx="1837943" cy="274320"/>
          </a:xfrm>
          <a:prstGeom prst="roundRect">
            <a:avLst/>
          </a:prstGeom>
          <a:solidFill>
            <a:srgbClr val="9BBB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7653527" y="1911095"/>
            <a:ext cx="164592" cy="164592"/>
          </a:xfrm>
          <a:prstGeom prst="ellipse">
            <a:avLst/>
          </a:prstGeom>
          <a:solidFill>
            <a:srgbClr val="7A9F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598663" y="2185416"/>
            <a:ext cx="1764792" cy="27432"/>
          </a:xfrm>
          <a:prstGeom prst="rect">
            <a:avLst/>
          </a:prstGeom>
          <a:solidFill>
            <a:srgbClr val="6E7F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7635239" y="2313432"/>
            <a:ext cx="1600200" cy="91440"/>
          </a:xfrm>
          <a:prstGeom prst="roundRect">
            <a:avLst/>
          </a:prstGeom>
          <a:solidFill>
            <a:srgbClr val="203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7635239" y="2514600"/>
            <a:ext cx="1399032" cy="91440"/>
          </a:xfrm>
          <a:prstGeom prst="roundRect">
            <a:avLst/>
          </a:prstGeom>
          <a:solidFill>
            <a:srgbClr val="6070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7635239" y="2715768"/>
            <a:ext cx="1143000" cy="91440"/>
          </a:xfrm>
          <a:prstGeom prst="roundRect">
            <a:avLst/>
          </a:prstGeom>
          <a:solidFill>
            <a:srgbClr val="6070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457200" y="3767328"/>
            <a:ext cx="2057400" cy="1773936"/>
          </a:xfrm>
          <a:prstGeom prst="roundRect">
            <a:avLst/>
          </a:prstGeom>
          <a:solidFill>
            <a:srgbClr val="D6E6DE"/>
          </a:solidFill>
          <a:ln w="19050">
            <a:solidFill>
              <a:srgbClr val="6E7F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0">
                <a:solidFill>
                  <a:srgbClr val="20302C"/>
                </a:solidFill>
                <a:latin typeface="Aptos"/>
              </a:rPr>
              <a:t/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21792" y="5120640"/>
            <a:ext cx="1115568" cy="256032"/>
          </a:xfrm>
          <a:prstGeom prst="roundRect">
            <a:avLst/>
          </a:prstGeom>
          <a:solidFill>
            <a:srgbClr val="E9E2CF"/>
          </a:solidFill>
          <a:ln w="19050">
            <a:solidFill>
              <a:srgbClr val="6E7F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20302C"/>
                </a:solidFill>
                <a:latin typeface="Aptos"/>
              </a:rPr>
              <a:t>header_icon_card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566928" y="3877056"/>
            <a:ext cx="1837943" cy="274320"/>
          </a:xfrm>
          <a:prstGeom prst="roundRect">
            <a:avLst/>
          </a:prstGeom>
          <a:solidFill>
            <a:srgbClr val="9BBB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658368" y="3913632"/>
            <a:ext cx="164592" cy="164592"/>
          </a:xfrm>
          <a:prstGeom prst="ellipse">
            <a:avLst/>
          </a:prstGeom>
          <a:solidFill>
            <a:srgbClr val="7A9F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03504" y="4187952"/>
            <a:ext cx="1764792" cy="27432"/>
          </a:xfrm>
          <a:prstGeom prst="rect">
            <a:avLst/>
          </a:prstGeom>
          <a:solidFill>
            <a:srgbClr val="6E7F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640080" y="4315968"/>
            <a:ext cx="1600200" cy="91440"/>
          </a:xfrm>
          <a:prstGeom prst="roundRect">
            <a:avLst/>
          </a:prstGeom>
          <a:solidFill>
            <a:srgbClr val="203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640080" y="4517136"/>
            <a:ext cx="1399032" cy="91440"/>
          </a:xfrm>
          <a:prstGeom prst="roundRect">
            <a:avLst/>
          </a:prstGeom>
          <a:solidFill>
            <a:srgbClr val="6070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640080" y="4718304"/>
            <a:ext cx="1143000" cy="91440"/>
          </a:xfrm>
          <a:prstGeom prst="roundRect">
            <a:avLst/>
          </a:prstGeom>
          <a:solidFill>
            <a:srgbClr val="6070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2788920" y="3767328"/>
            <a:ext cx="2057400" cy="1773936"/>
          </a:xfrm>
          <a:prstGeom prst="roundRect">
            <a:avLst/>
          </a:prstGeom>
          <a:solidFill>
            <a:srgbClr val="D6E6DE"/>
          </a:solidFill>
          <a:ln w="19050">
            <a:solidFill>
              <a:srgbClr val="6E7F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0">
                <a:solidFill>
                  <a:srgbClr val="20302C"/>
                </a:solidFill>
                <a:latin typeface="Aptos"/>
              </a:rPr>
              <a:t/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2953512" y="5120640"/>
            <a:ext cx="1115568" cy="256032"/>
          </a:xfrm>
          <a:prstGeom prst="roundRect">
            <a:avLst/>
          </a:prstGeom>
          <a:solidFill>
            <a:srgbClr val="E9E2CF"/>
          </a:solidFill>
          <a:ln w="19050">
            <a:solidFill>
              <a:srgbClr val="6E7F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20302C"/>
                </a:solidFill>
                <a:latin typeface="Aptos"/>
              </a:rPr>
              <a:t>header_icon_card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2898648" y="3877056"/>
            <a:ext cx="1837943" cy="274320"/>
          </a:xfrm>
          <a:prstGeom prst="roundRect">
            <a:avLst/>
          </a:prstGeom>
          <a:solidFill>
            <a:srgbClr val="9BBB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2990088" y="3913632"/>
            <a:ext cx="164592" cy="164592"/>
          </a:xfrm>
          <a:prstGeom prst="ellipse">
            <a:avLst/>
          </a:prstGeom>
          <a:solidFill>
            <a:srgbClr val="7A9F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2935224" y="4187952"/>
            <a:ext cx="1764792" cy="27432"/>
          </a:xfrm>
          <a:prstGeom prst="rect">
            <a:avLst/>
          </a:prstGeom>
          <a:solidFill>
            <a:srgbClr val="6E7F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ounded Rectangle 53"/>
          <p:cNvSpPr/>
          <p:nvPr/>
        </p:nvSpPr>
        <p:spPr>
          <a:xfrm>
            <a:off x="2971800" y="4315968"/>
            <a:ext cx="1600200" cy="91440"/>
          </a:xfrm>
          <a:prstGeom prst="roundRect">
            <a:avLst/>
          </a:prstGeom>
          <a:solidFill>
            <a:srgbClr val="203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ounded Rectangle 54"/>
          <p:cNvSpPr/>
          <p:nvPr/>
        </p:nvSpPr>
        <p:spPr>
          <a:xfrm>
            <a:off x="2971800" y="4517136"/>
            <a:ext cx="1399032" cy="91440"/>
          </a:xfrm>
          <a:prstGeom prst="roundRect">
            <a:avLst/>
          </a:prstGeom>
          <a:solidFill>
            <a:srgbClr val="6070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ounded Rectangle 55"/>
          <p:cNvSpPr/>
          <p:nvPr/>
        </p:nvSpPr>
        <p:spPr>
          <a:xfrm>
            <a:off x="2971800" y="4718304"/>
            <a:ext cx="1143000" cy="91440"/>
          </a:xfrm>
          <a:prstGeom prst="roundRect">
            <a:avLst/>
          </a:prstGeom>
          <a:solidFill>
            <a:srgbClr val="6070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ounded Rectangle 56"/>
          <p:cNvSpPr/>
          <p:nvPr/>
        </p:nvSpPr>
        <p:spPr>
          <a:xfrm>
            <a:off x="5120640" y="3767328"/>
            <a:ext cx="2057400" cy="1773936"/>
          </a:xfrm>
          <a:prstGeom prst="roundRect">
            <a:avLst/>
          </a:prstGeom>
          <a:solidFill>
            <a:srgbClr val="D6E6DE"/>
          </a:solidFill>
          <a:ln w="19050">
            <a:solidFill>
              <a:srgbClr val="6E7F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0">
                <a:solidFill>
                  <a:srgbClr val="20302C"/>
                </a:solidFill>
                <a:latin typeface="Aptos"/>
              </a:rPr>
              <a:t/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5285231" y="5120640"/>
            <a:ext cx="1115568" cy="256032"/>
          </a:xfrm>
          <a:prstGeom prst="roundRect">
            <a:avLst/>
          </a:prstGeom>
          <a:solidFill>
            <a:srgbClr val="E9E2CF"/>
          </a:solidFill>
          <a:ln w="19050">
            <a:solidFill>
              <a:srgbClr val="6E7F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20302C"/>
                </a:solidFill>
                <a:latin typeface="Aptos"/>
              </a:rPr>
              <a:t>header_icon_card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5230368" y="3877056"/>
            <a:ext cx="1837943" cy="274320"/>
          </a:xfrm>
          <a:prstGeom prst="roundRect">
            <a:avLst/>
          </a:prstGeom>
          <a:solidFill>
            <a:srgbClr val="9BBB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5321807" y="3913632"/>
            <a:ext cx="164592" cy="164592"/>
          </a:xfrm>
          <a:prstGeom prst="ellipse">
            <a:avLst/>
          </a:prstGeom>
          <a:solidFill>
            <a:srgbClr val="7A9F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5266944" y="4187952"/>
            <a:ext cx="1764792" cy="27432"/>
          </a:xfrm>
          <a:prstGeom prst="rect">
            <a:avLst/>
          </a:prstGeom>
          <a:solidFill>
            <a:srgbClr val="6E7F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ounded Rectangle 61"/>
          <p:cNvSpPr/>
          <p:nvPr/>
        </p:nvSpPr>
        <p:spPr>
          <a:xfrm>
            <a:off x="5303520" y="4315968"/>
            <a:ext cx="1600200" cy="91440"/>
          </a:xfrm>
          <a:prstGeom prst="roundRect">
            <a:avLst/>
          </a:prstGeom>
          <a:solidFill>
            <a:srgbClr val="203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ounded Rectangle 62"/>
          <p:cNvSpPr/>
          <p:nvPr/>
        </p:nvSpPr>
        <p:spPr>
          <a:xfrm>
            <a:off x="5303520" y="4517136"/>
            <a:ext cx="1399032" cy="91440"/>
          </a:xfrm>
          <a:prstGeom prst="roundRect">
            <a:avLst/>
          </a:prstGeom>
          <a:solidFill>
            <a:srgbClr val="6070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ounded Rectangle 63"/>
          <p:cNvSpPr/>
          <p:nvPr/>
        </p:nvSpPr>
        <p:spPr>
          <a:xfrm>
            <a:off x="5303520" y="4718304"/>
            <a:ext cx="1143000" cy="91440"/>
          </a:xfrm>
          <a:prstGeom prst="roundRect">
            <a:avLst/>
          </a:prstGeom>
          <a:solidFill>
            <a:srgbClr val="6070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ounded Rectangle 64"/>
          <p:cNvSpPr/>
          <p:nvPr/>
        </p:nvSpPr>
        <p:spPr>
          <a:xfrm>
            <a:off x="7452359" y="3767328"/>
            <a:ext cx="2057400" cy="1773936"/>
          </a:xfrm>
          <a:prstGeom prst="roundRect">
            <a:avLst/>
          </a:prstGeom>
          <a:solidFill>
            <a:srgbClr val="D6E6DE"/>
          </a:solidFill>
          <a:ln w="19050">
            <a:solidFill>
              <a:srgbClr val="6E7F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0">
                <a:solidFill>
                  <a:srgbClr val="20302C"/>
                </a:solidFill>
                <a:latin typeface="Aptos"/>
              </a:rPr>
              <a:t/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7616951" y="5120640"/>
            <a:ext cx="1115568" cy="256032"/>
          </a:xfrm>
          <a:prstGeom prst="roundRect">
            <a:avLst/>
          </a:prstGeom>
          <a:solidFill>
            <a:srgbClr val="E9E2CF"/>
          </a:solidFill>
          <a:ln w="19050">
            <a:solidFill>
              <a:srgbClr val="6E7F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20302C"/>
                </a:solidFill>
                <a:latin typeface="Aptos"/>
              </a:rPr>
              <a:t>header_icon_card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7562087" y="3877056"/>
            <a:ext cx="1837943" cy="274320"/>
          </a:xfrm>
          <a:prstGeom prst="roundRect">
            <a:avLst/>
          </a:prstGeom>
          <a:solidFill>
            <a:srgbClr val="9BBB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7653527" y="3913632"/>
            <a:ext cx="164592" cy="164592"/>
          </a:xfrm>
          <a:prstGeom prst="ellipse">
            <a:avLst/>
          </a:prstGeom>
          <a:solidFill>
            <a:srgbClr val="7A9F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7598663" y="4187952"/>
            <a:ext cx="1764792" cy="27432"/>
          </a:xfrm>
          <a:prstGeom prst="rect">
            <a:avLst/>
          </a:prstGeom>
          <a:solidFill>
            <a:srgbClr val="6E7F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ounded Rectangle 69"/>
          <p:cNvSpPr/>
          <p:nvPr/>
        </p:nvSpPr>
        <p:spPr>
          <a:xfrm>
            <a:off x="7635239" y="4315968"/>
            <a:ext cx="1600200" cy="91440"/>
          </a:xfrm>
          <a:prstGeom prst="roundRect">
            <a:avLst/>
          </a:prstGeom>
          <a:solidFill>
            <a:srgbClr val="203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ounded Rectangle 70"/>
          <p:cNvSpPr/>
          <p:nvPr/>
        </p:nvSpPr>
        <p:spPr>
          <a:xfrm>
            <a:off x="7635239" y="4517136"/>
            <a:ext cx="1399032" cy="91440"/>
          </a:xfrm>
          <a:prstGeom prst="roundRect">
            <a:avLst/>
          </a:prstGeom>
          <a:solidFill>
            <a:srgbClr val="6070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ounded Rectangle 71"/>
          <p:cNvSpPr/>
          <p:nvPr/>
        </p:nvSpPr>
        <p:spPr>
          <a:xfrm>
            <a:off x="7635239" y="4718304"/>
            <a:ext cx="1143000" cy="91440"/>
          </a:xfrm>
          <a:prstGeom prst="roundRect">
            <a:avLst/>
          </a:prstGeom>
          <a:solidFill>
            <a:srgbClr val="6070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0564063" y="146304"/>
            <a:ext cx="1115568" cy="256032"/>
          </a:xfrm>
          <a:prstGeom prst="roundRect">
            <a:avLst/>
          </a:prstGeom>
          <a:solidFill>
            <a:srgbClr val="E8E1CD"/>
          </a:solidFill>
          <a:ln w="19050">
            <a:solidFill>
              <a:srgbClr val="6E7F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20302C"/>
                </a:solidFill>
                <a:latin typeface="Aptos"/>
              </a:rPr>
              <a:t>solver · pyramid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85800" y="457200"/>
            <a:ext cx="8887968" cy="592836"/>
          </a:xfrm>
          <a:prstGeom prst="roundRect">
            <a:avLst/>
          </a:prstGeom>
          <a:solidFill>
            <a:srgbClr val="DDD2B0"/>
          </a:solidFill>
          <a:ln w="19050">
            <a:solidFill>
              <a:srgbClr val="6E7F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>
                <a:solidFill>
                  <a:srgbClr val="20302C"/>
                </a:solidFill>
                <a:latin typeface="Aptos"/>
              </a:rPr>
              <a:t>title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123188"/>
            <a:ext cx="8887968" cy="502920"/>
          </a:xfrm>
          <a:prstGeom prst="rect">
            <a:avLst/>
          </a:prstGeom>
          <a:solidFill>
            <a:srgbClr val="E8E1CD"/>
          </a:solidFill>
          <a:ln w="19050">
            <a:solidFill>
              <a:srgbClr val="6E7F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0">
                <a:solidFill>
                  <a:srgbClr val="20302C"/>
                </a:solidFill>
                <a:latin typeface="Aptos"/>
              </a:rPr>
              <a:t>key_message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699260"/>
            <a:ext cx="1371600" cy="36576"/>
          </a:xfrm>
          <a:prstGeom prst="rect">
            <a:avLst/>
          </a:prstGeom>
          <a:solidFill>
            <a:srgbClr val="B86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1534668"/>
            <a:ext cx="1115568" cy="256032"/>
          </a:xfrm>
          <a:prstGeom prst="roundRect">
            <a:avLst/>
          </a:prstGeom>
          <a:solidFill>
            <a:srgbClr val="E8E1CD"/>
          </a:solidFill>
          <a:ln w="19050">
            <a:solidFill>
              <a:srgbClr val="6E7F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20302C"/>
                </a:solidFill>
                <a:latin typeface="Aptos"/>
              </a:rPr>
              <a:t>accent</a:t>
            </a:r>
          </a:p>
        </p:txBody>
      </p:sp>
      <p:sp>
        <p:nvSpPr>
          <p:cNvPr id="7" name="Oval 6"/>
          <p:cNvSpPr/>
          <p:nvPr/>
        </p:nvSpPr>
        <p:spPr>
          <a:xfrm>
            <a:off x="10268712" y="411480"/>
            <a:ext cx="1463040" cy="1463040"/>
          </a:xfrm>
          <a:prstGeom prst="ellipse">
            <a:avLst/>
          </a:prstGeom>
          <a:solidFill>
            <a:srgbClr val="C7DCCF"/>
          </a:solidFill>
          <a:ln w="19050">
            <a:solidFill>
              <a:srgbClr val="6E7F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20302C"/>
                </a:solidFill>
                <a:latin typeface="Aptos"/>
              </a:rPr>
              <a:t>icon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5650992"/>
            <a:ext cx="11277295" cy="640080"/>
          </a:xfrm>
          <a:prstGeom prst="rect">
            <a:avLst/>
          </a:prstGeom>
          <a:solidFill>
            <a:srgbClr val="F0E8D8"/>
          </a:solidFill>
          <a:ln w="19050">
            <a:solidFill>
              <a:srgbClr val="6E7F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20302C"/>
                </a:solidFill>
                <a:latin typeface="Aptos"/>
              </a:rPr>
              <a:t>notes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099048" y="1900428"/>
            <a:ext cx="0" cy="3549396"/>
          </a:xfrm>
          <a:prstGeom prst="line">
            <a:avLst/>
          </a:prstGeom>
          <a:ln w="31750">
            <a:solidFill>
              <a:srgbClr val="6588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6227064" y="1900428"/>
            <a:ext cx="1115568" cy="256032"/>
          </a:xfrm>
          <a:prstGeom prst="roundRect">
            <a:avLst/>
          </a:prstGeom>
          <a:solidFill>
            <a:srgbClr val="E8E1CD"/>
          </a:solidFill>
          <a:ln w="19050">
            <a:solidFill>
              <a:srgbClr val="6E7F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20302C"/>
                </a:solidFill>
                <a:latin typeface="Aptos"/>
              </a:rPr>
              <a:t>timeline</a:t>
            </a:r>
          </a:p>
        </p:txBody>
      </p:sp>
      <p:sp>
        <p:nvSpPr>
          <p:cNvPr id="11" name="Oval 10"/>
          <p:cNvSpPr/>
          <p:nvPr/>
        </p:nvSpPr>
        <p:spPr>
          <a:xfrm>
            <a:off x="5989320" y="1937004"/>
            <a:ext cx="0" cy="0"/>
          </a:xfrm>
          <a:prstGeom prst="ellipse">
            <a:avLst/>
          </a:prstGeom>
          <a:solidFill>
            <a:srgbClr val="658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57200" y="1863852"/>
            <a:ext cx="9354312" cy="603371"/>
          </a:xfrm>
          <a:prstGeom prst="roundRect">
            <a:avLst/>
          </a:prstGeom>
          <a:solidFill>
            <a:srgbClr val="E8E1CD"/>
          </a:solidFill>
          <a:ln w="19050">
            <a:solidFill>
              <a:srgbClr val="6E7F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0">
                <a:solidFill>
                  <a:srgbClr val="20302C"/>
                </a:solidFill>
                <a:latin typeface="Aptos"/>
              </a:rPr>
              <a:t>timeline</a:t>
            </a:r>
          </a:p>
        </p:txBody>
      </p:sp>
      <p:sp>
        <p:nvSpPr>
          <p:cNvPr id="13" name="Oval 12"/>
          <p:cNvSpPr/>
          <p:nvPr/>
        </p:nvSpPr>
        <p:spPr>
          <a:xfrm>
            <a:off x="5989320" y="2646852"/>
            <a:ext cx="0" cy="0"/>
          </a:xfrm>
          <a:prstGeom prst="ellipse">
            <a:avLst/>
          </a:prstGeom>
          <a:solidFill>
            <a:srgbClr val="658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57200" y="2573700"/>
            <a:ext cx="9354312" cy="603371"/>
          </a:xfrm>
          <a:prstGeom prst="roundRect">
            <a:avLst/>
          </a:prstGeom>
          <a:solidFill>
            <a:srgbClr val="E8E1CD"/>
          </a:solidFill>
          <a:ln w="19050">
            <a:solidFill>
              <a:srgbClr val="6E7F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0">
                <a:solidFill>
                  <a:srgbClr val="20302C"/>
                </a:solidFill>
                <a:latin typeface="Aptos"/>
              </a:rPr>
              <a:t>timeline</a:t>
            </a:r>
          </a:p>
        </p:txBody>
      </p:sp>
      <p:sp>
        <p:nvSpPr>
          <p:cNvPr id="15" name="Oval 14"/>
          <p:cNvSpPr/>
          <p:nvPr/>
        </p:nvSpPr>
        <p:spPr>
          <a:xfrm>
            <a:off x="5989320" y="3356701"/>
            <a:ext cx="0" cy="0"/>
          </a:xfrm>
          <a:prstGeom prst="ellipse">
            <a:avLst/>
          </a:prstGeom>
          <a:solidFill>
            <a:srgbClr val="658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57200" y="3283549"/>
            <a:ext cx="9354312" cy="603371"/>
          </a:xfrm>
          <a:prstGeom prst="roundRect">
            <a:avLst/>
          </a:prstGeom>
          <a:solidFill>
            <a:srgbClr val="E8E1CD"/>
          </a:solidFill>
          <a:ln w="19050">
            <a:solidFill>
              <a:srgbClr val="6E7F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0">
                <a:solidFill>
                  <a:srgbClr val="20302C"/>
                </a:solidFill>
                <a:latin typeface="Aptos"/>
              </a:rPr>
              <a:t>timeline</a:t>
            </a:r>
          </a:p>
        </p:txBody>
      </p:sp>
      <p:sp>
        <p:nvSpPr>
          <p:cNvPr id="17" name="Oval 16"/>
          <p:cNvSpPr/>
          <p:nvPr/>
        </p:nvSpPr>
        <p:spPr>
          <a:xfrm>
            <a:off x="5989320" y="4066550"/>
            <a:ext cx="0" cy="0"/>
          </a:xfrm>
          <a:prstGeom prst="ellipse">
            <a:avLst/>
          </a:prstGeom>
          <a:solidFill>
            <a:srgbClr val="658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57200" y="3993398"/>
            <a:ext cx="9354312" cy="603371"/>
          </a:xfrm>
          <a:prstGeom prst="roundRect">
            <a:avLst/>
          </a:prstGeom>
          <a:solidFill>
            <a:srgbClr val="E8E1CD"/>
          </a:solidFill>
          <a:ln w="19050">
            <a:solidFill>
              <a:srgbClr val="6E7F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0">
                <a:solidFill>
                  <a:srgbClr val="20302C"/>
                </a:solidFill>
                <a:latin typeface="Aptos"/>
              </a:rPr>
              <a:t>timeline</a:t>
            </a:r>
          </a:p>
        </p:txBody>
      </p:sp>
      <p:sp>
        <p:nvSpPr>
          <p:cNvPr id="19" name="Oval 18"/>
          <p:cNvSpPr/>
          <p:nvPr/>
        </p:nvSpPr>
        <p:spPr>
          <a:xfrm>
            <a:off x="5989320" y="4776398"/>
            <a:ext cx="0" cy="0"/>
          </a:xfrm>
          <a:prstGeom prst="ellipse">
            <a:avLst/>
          </a:prstGeom>
          <a:solidFill>
            <a:srgbClr val="658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457200" y="4703246"/>
            <a:ext cx="9354312" cy="603371"/>
          </a:xfrm>
          <a:prstGeom prst="roundRect">
            <a:avLst/>
          </a:prstGeom>
          <a:solidFill>
            <a:srgbClr val="E8E1CD"/>
          </a:solidFill>
          <a:ln w="19050">
            <a:solidFill>
              <a:srgbClr val="6E7F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0">
                <a:solidFill>
                  <a:srgbClr val="20302C"/>
                </a:solidFill>
                <a:latin typeface="Aptos"/>
              </a:rPr>
              <a:t>timeline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0564063" y="146304"/>
            <a:ext cx="1115568" cy="256032"/>
          </a:xfrm>
          <a:prstGeom prst="roundRect">
            <a:avLst/>
          </a:prstGeom>
          <a:solidFill>
            <a:srgbClr val="DDE8E1"/>
          </a:solidFill>
          <a:ln w="19050">
            <a:solidFill>
              <a:srgbClr val="6E7F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20302C"/>
                </a:solidFill>
                <a:latin typeface="Aptos"/>
              </a:rPr>
              <a:t>blueprint · pyramid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67512" y="457200"/>
            <a:ext cx="8083296" cy="457200"/>
          </a:xfrm>
          <a:prstGeom prst="roundRect">
            <a:avLst/>
          </a:prstGeom>
          <a:solidFill>
            <a:srgbClr val="CFE0D2"/>
          </a:solidFill>
          <a:ln w="19050">
            <a:solidFill>
              <a:srgbClr val="6E7F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>
                <a:solidFill>
                  <a:srgbClr val="20302C"/>
                </a:solidFill>
                <a:latin typeface="Aptos"/>
              </a:rPr>
              <a:t>title</a:t>
            </a:r>
          </a:p>
        </p:txBody>
      </p:sp>
      <p:sp>
        <p:nvSpPr>
          <p:cNvPr id="4" name="Rectangle 3"/>
          <p:cNvSpPr/>
          <p:nvPr/>
        </p:nvSpPr>
        <p:spPr>
          <a:xfrm>
            <a:off x="667512" y="987552"/>
            <a:ext cx="8083296" cy="502920"/>
          </a:xfrm>
          <a:prstGeom prst="rect">
            <a:avLst/>
          </a:prstGeom>
          <a:solidFill>
            <a:srgbClr val="E0ECE4"/>
          </a:solidFill>
          <a:ln w="19050">
            <a:solidFill>
              <a:srgbClr val="6E7F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0">
                <a:solidFill>
                  <a:srgbClr val="20302C"/>
                </a:solidFill>
                <a:latin typeface="Aptos"/>
              </a:rPr>
              <a:t>key_message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563624"/>
            <a:ext cx="1371600" cy="36576"/>
          </a:xfrm>
          <a:prstGeom prst="rect">
            <a:avLst/>
          </a:prstGeom>
          <a:solidFill>
            <a:srgbClr val="B86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1399032"/>
            <a:ext cx="1115568" cy="256032"/>
          </a:xfrm>
          <a:prstGeom prst="roundRect">
            <a:avLst/>
          </a:prstGeom>
          <a:solidFill>
            <a:srgbClr val="E8E1CD"/>
          </a:solidFill>
          <a:ln w="19050">
            <a:solidFill>
              <a:srgbClr val="6E7F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20302C"/>
                </a:solidFill>
                <a:latin typeface="Aptos"/>
              </a:rPr>
              <a:t>accent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5650992"/>
            <a:ext cx="11274552" cy="640080"/>
          </a:xfrm>
          <a:prstGeom prst="rect">
            <a:avLst/>
          </a:prstGeom>
          <a:solidFill>
            <a:srgbClr val="E8F0EA"/>
          </a:solidFill>
          <a:ln w="19050">
            <a:solidFill>
              <a:srgbClr val="6E7F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20302C"/>
                </a:solidFill>
                <a:latin typeface="Aptos"/>
              </a:rPr>
              <a:t>notes</a:t>
            </a:r>
          </a:p>
        </p:txBody>
      </p:sp>
      <p:sp>
        <p:nvSpPr>
          <p:cNvPr id="8" name="Oval 7"/>
          <p:cNvSpPr/>
          <p:nvPr/>
        </p:nvSpPr>
        <p:spPr>
          <a:xfrm>
            <a:off x="10268712" y="411480"/>
            <a:ext cx="1463040" cy="1463040"/>
          </a:xfrm>
          <a:prstGeom prst="ellipse">
            <a:avLst/>
          </a:prstGeom>
          <a:solidFill>
            <a:srgbClr val="C7DCCF"/>
          </a:solidFill>
          <a:ln w="19050">
            <a:solidFill>
              <a:srgbClr val="6E7F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20302C"/>
                </a:solidFill>
                <a:latin typeface="Aptos"/>
              </a:rPr>
              <a:t>icon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099048" y="1764792"/>
            <a:ext cx="0" cy="3776472"/>
          </a:xfrm>
          <a:prstGeom prst="line">
            <a:avLst/>
          </a:prstGeom>
          <a:ln w="31750">
            <a:solidFill>
              <a:srgbClr val="6588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6227064" y="1764792"/>
            <a:ext cx="1115568" cy="256032"/>
          </a:xfrm>
          <a:prstGeom prst="roundRect">
            <a:avLst/>
          </a:prstGeom>
          <a:solidFill>
            <a:srgbClr val="E8E1CD"/>
          </a:solidFill>
          <a:ln w="19050">
            <a:solidFill>
              <a:srgbClr val="6E7F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20302C"/>
                </a:solidFill>
                <a:latin typeface="Aptos"/>
              </a:rPr>
              <a:t>timeline</a:t>
            </a:r>
          </a:p>
        </p:txBody>
      </p:sp>
      <p:sp>
        <p:nvSpPr>
          <p:cNvPr id="11" name="Oval 10"/>
          <p:cNvSpPr/>
          <p:nvPr/>
        </p:nvSpPr>
        <p:spPr>
          <a:xfrm>
            <a:off x="5989320" y="1837943"/>
            <a:ext cx="0" cy="0"/>
          </a:xfrm>
          <a:prstGeom prst="ellipse">
            <a:avLst/>
          </a:prstGeom>
          <a:solidFill>
            <a:srgbClr val="658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57200" y="1764792"/>
            <a:ext cx="8503920" cy="619341"/>
          </a:xfrm>
          <a:prstGeom prst="roundRect">
            <a:avLst/>
          </a:prstGeom>
          <a:solidFill>
            <a:srgbClr val="E8E1CD"/>
          </a:solidFill>
          <a:ln w="19050">
            <a:solidFill>
              <a:srgbClr val="6E7F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0">
                <a:solidFill>
                  <a:srgbClr val="20302C"/>
                </a:solidFill>
                <a:latin typeface="Aptos"/>
              </a:rPr>
              <a:t>timeline</a:t>
            </a:r>
          </a:p>
        </p:txBody>
      </p:sp>
      <p:sp>
        <p:nvSpPr>
          <p:cNvPr id="13" name="Oval 12"/>
          <p:cNvSpPr/>
          <p:nvPr/>
        </p:nvSpPr>
        <p:spPr>
          <a:xfrm>
            <a:off x="5989320" y="2593238"/>
            <a:ext cx="0" cy="0"/>
          </a:xfrm>
          <a:prstGeom prst="ellipse">
            <a:avLst/>
          </a:prstGeom>
          <a:solidFill>
            <a:srgbClr val="658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57200" y="2520086"/>
            <a:ext cx="8503920" cy="619341"/>
          </a:xfrm>
          <a:prstGeom prst="roundRect">
            <a:avLst/>
          </a:prstGeom>
          <a:solidFill>
            <a:srgbClr val="E8E1CD"/>
          </a:solidFill>
          <a:ln w="19050">
            <a:solidFill>
              <a:srgbClr val="6E7F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0">
                <a:solidFill>
                  <a:srgbClr val="20302C"/>
                </a:solidFill>
                <a:latin typeface="Aptos"/>
              </a:rPr>
              <a:t>timeline</a:t>
            </a:r>
          </a:p>
        </p:txBody>
      </p:sp>
      <p:sp>
        <p:nvSpPr>
          <p:cNvPr id="15" name="Oval 14"/>
          <p:cNvSpPr/>
          <p:nvPr/>
        </p:nvSpPr>
        <p:spPr>
          <a:xfrm>
            <a:off x="5989320" y="3348532"/>
            <a:ext cx="0" cy="0"/>
          </a:xfrm>
          <a:prstGeom prst="ellipse">
            <a:avLst/>
          </a:prstGeom>
          <a:solidFill>
            <a:srgbClr val="658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57200" y="3275380"/>
            <a:ext cx="8503920" cy="619341"/>
          </a:xfrm>
          <a:prstGeom prst="roundRect">
            <a:avLst/>
          </a:prstGeom>
          <a:solidFill>
            <a:srgbClr val="E8E1CD"/>
          </a:solidFill>
          <a:ln w="19050">
            <a:solidFill>
              <a:srgbClr val="6E7F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0">
                <a:solidFill>
                  <a:srgbClr val="20302C"/>
                </a:solidFill>
                <a:latin typeface="Aptos"/>
              </a:rPr>
              <a:t>timeline</a:t>
            </a:r>
          </a:p>
        </p:txBody>
      </p:sp>
      <p:sp>
        <p:nvSpPr>
          <p:cNvPr id="17" name="Oval 16"/>
          <p:cNvSpPr/>
          <p:nvPr/>
        </p:nvSpPr>
        <p:spPr>
          <a:xfrm>
            <a:off x="5989320" y="4103827"/>
            <a:ext cx="0" cy="0"/>
          </a:xfrm>
          <a:prstGeom prst="ellipse">
            <a:avLst/>
          </a:prstGeom>
          <a:solidFill>
            <a:srgbClr val="658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57200" y="4030675"/>
            <a:ext cx="8503920" cy="619341"/>
          </a:xfrm>
          <a:prstGeom prst="roundRect">
            <a:avLst/>
          </a:prstGeom>
          <a:solidFill>
            <a:srgbClr val="E8E1CD"/>
          </a:solidFill>
          <a:ln w="19050">
            <a:solidFill>
              <a:srgbClr val="6E7F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0">
                <a:solidFill>
                  <a:srgbClr val="20302C"/>
                </a:solidFill>
                <a:latin typeface="Aptos"/>
              </a:rPr>
              <a:t>timeline</a:t>
            </a:r>
          </a:p>
        </p:txBody>
      </p:sp>
      <p:sp>
        <p:nvSpPr>
          <p:cNvPr id="19" name="Oval 18"/>
          <p:cNvSpPr/>
          <p:nvPr/>
        </p:nvSpPr>
        <p:spPr>
          <a:xfrm>
            <a:off x="5989320" y="4859121"/>
            <a:ext cx="0" cy="0"/>
          </a:xfrm>
          <a:prstGeom prst="ellipse">
            <a:avLst/>
          </a:prstGeom>
          <a:solidFill>
            <a:srgbClr val="658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457200" y="4785969"/>
            <a:ext cx="8503920" cy="619341"/>
          </a:xfrm>
          <a:prstGeom prst="roundRect">
            <a:avLst/>
          </a:prstGeom>
          <a:solidFill>
            <a:srgbClr val="E8E1CD"/>
          </a:solidFill>
          <a:ln w="19050">
            <a:solidFill>
              <a:srgbClr val="6E7F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0">
                <a:solidFill>
                  <a:srgbClr val="20302C"/>
                </a:solidFill>
                <a:latin typeface="Aptos"/>
              </a:rPr>
              <a:t>timeline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